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306" r:id="rId2"/>
    <p:sldId id="305" r:id="rId3"/>
    <p:sldId id="310" r:id="rId4"/>
    <p:sldId id="311" r:id="rId5"/>
    <p:sldId id="2147481760" r:id="rId6"/>
    <p:sldId id="2147481762" r:id="rId7"/>
    <p:sldId id="321" r:id="rId8"/>
    <p:sldId id="2147481763" r:id="rId9"/>
    <p:sldId id="2147481764" r:id="rId10"/>
    <p:sldId id="2147481765" r:id="rId11"/>
    <p:sldId id="2147481766" r:id="rId12"/>
    <p:sldId id="2147481767" r:id="rId13"/>
    <p:sldId id="2147481768" r:id="rId14"/>
    <p:sldId id="2147481772" r:id="rId15"/>
    <p:sldId id="2147481773" r:id="rId16"/>
    <p:sldId id="2147481774" r:id="rId17"/>
    <p:sldId id="2147481769" r:id="rId18"/>
    <p:sldId id="2147481770" r:id="rId19"/>
    <p:sldId id="2147481775" r:id="rId20"/>
    <p:sldId id="21474817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E3B5C-8ED8-42A5-9FD7-9AD8D11E36A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B64C5-C193-4EEE-8590-51E495CE8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92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4720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9955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0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242266" y="-342899"/>
            <a:ext cx="12866068" cy="755649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0"/>
          <p:cNvSpPr/>
          <p:nvPr/>
        </p:nvSpPr>
        <p:spPr>
          <a:xfrm rot="-5400000">
            <a:off x="2682200" y="-2846767"/>
            <a:ext cx="7088800" cy="124532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" name="Google Shape;83;p10"/>
          <p:cNvSpPr/>
          <p:nvPr/>
        </p:nvSpPr>
        <p:spPr>
          <a:xfrm rot="10800000">
            <a:off x="-495300" y="-114000"/>
            <a:ext cx="1193600" cy="70736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" name="Google Shape;84;p10"/>
          <p:cNvSpPr/>
          <p:nvPr/>
        </p:nvSpPr>
        <p:spPr>
          <a:xfrm>
            <a:off x="11653000" y="-156967"/>
            <a:ext cx="1041600" cy="70736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" name="Google Shape;85;p10"/>
          <p:cNvSpPr txBox="1">
            <a:spLocks noGrp="1"/>
          </p:cNvSpPr>
          <p:nvPr>
            <p:ph type="title"/>
          </p:nvPr>
        </p:nvSpPr>
        <p:spPr>
          <a:xfrm rot="300">
            <a:off x="960000" y="4394200"/>
            <a:ext cx="4578000" cy="160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8574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4600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5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242266" y="-342899"/>
            <a:ext cx="12866068" cy="755649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/>
          <p:nvPr/>
        </p:nvSpPr>
        <p:spPr>
          <a:xfrm rot="-5400000">
            <a:off x="2682200" y="-2846767"/>
            <a:ext cx="7088800" cy="124532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0" name="Google Shape;260;p25"/>
          <p:cNvSpPr/>
          <p:nvPr/>
        </p:nvSpPr>
        <p:spPr>
          <a:xfrm rot="10800000">
            <a:off x="-495300" y="-114000"/>
            <a:ext cx="1193600" cy="70736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1" name="Google Shape;261;p25"/>
          <p:cNvSpPr/>
          <p:nvPr/>
        </p:nvSpPr>
        <p:spPr>
          <a:xfrm>
            <a:off x="11653000" y="-156967"/>
            <a:ext cx="1041600" cy="70736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262" name="Google Shape;262;p25"/>
          <p:cNvPicPr preferRelativeResize="0"/>
          <p:nvPr/>
        </p:nvPicPr>
        <p:blipFill rotWithShape="1">
          <a:blip r:embed="rId3">
            <a:alphaModFix amt="75000"/>
          </a:blip>
          <a:srcRect l="23664" t="13299"/>
          <a:stretch/>
        </p:blipFill>
        <p:spPr>
          <a:xfrm>
            <a:off x="12700" y="-208266"/>
            <a:ext cx="5562600" cy="391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/>
          <p:cNvPicPr preferRelativeResize="0"/>
          <p:nvPr/>
        </p:nvPicPr>
        <p:blipFill rotWithShape="1">
          <a:blip r:embed="rId3">
            <a:alphaModFix amt="75000"/>
          </a:blip>
          <a:srcRect l="21334" t="3883"/>
          <a:stretch/>
        </p:blipFill>
        <p:spPr>
          <a:xfrm rot="-10799995">
            <a:off x="7652933" y="3471603"/>
            <a:ext cx="4996267" cy="37800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8943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6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242266" y="-342899"/>
            <a:ext cx="12866068" cy="7556497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6"/>
          <p:cNvSpPr/>
          <p:nvPr/>
        </p:nvSpPr>
        <p:spPr>
          <a:xfrm rot="-5400000">
            <a:off x="2682200" y="-2846767"/>
            <a:ext cx="7088800" cy="124532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7" name="Google Shape;267;p26"/>
          <p:cNvSpPr/>
          <p:nvPr/>
        </p:nvSpPr>
        <p:spPr>
          <a:xfrm rot="10800000">
            <a:off x="-495300" y="-114000"/>
            <a:ext cx="1193600" cy="70736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8" name="Google Shape;268;p26"/>
          <p:cNvSpPr/>
          <p:nvPr/>
        </p:nvSpPr>
        <p:spPr>
          <a:xfrm>
            <a:off x="11653000" y="-156967"/>
            <a:ext cx="1041600" cy="70736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 amt="75000"/>
          </a:blip>
          <a:srcRect l="20356"/>
          <a:stretch/>
        </p:blipFill>
        <p:spPr>
          <a:xfrm rot="5400000">
            <a:off x="6174700" y="680167"/>
            <a:ext cx="7366000" cy="5726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 amt="75000"/>
          </a:blip>
          <a:srcRect l="16645" t="537"/>
          <a:stretch/>
        </p:blipFill>
        <p:spPr>
          <a:xfrm rot="-5399997">
            <a:off x="-1411385" y="392020"/>
            <a:ext cx="7539336" cy="5570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6850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37000">
              <a:schemeClr val="dk1"/>
            </a:gs>
            <a:gs pos="63000">
              <a:schemeClr val="dk1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43300" y="720000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udiowide"/>
              <a:buNone/>
              <a:defRPr sz="28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43300" y="1536633"/>
            <a:ext cx="1027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6956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17/06/relationships/model3d" Target="../media/model3d1.glb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microsoft.com/office/2017/06/relationships/model3d" Target="../media/model3d1.glb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17/06/relationships/model3d" Target="../media/model3d2.glb"/><Relationship Id="rId3" Type="http://schemas.microsoft.com/office/2017/06/relationships/model3d" Target="../media/model3d1.glb"/><Relationship Id="rId7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17/06/relationships/model3d" Target="../media/model3d1.glb"/><Relationship Id="rId7" Type="http://schemas.microsoft.com/office/2017/06/relationships/model3d" Target="../media/model3d2.glb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microsoft.com/office/2017/06/relationships/model3d" Target="../media/model3d1.glb"/><Relationship Id="rId7" Type="http://schemas.microsoft.com/office/2017/06/relationships/model3d" Target="../media/model3d2.glb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17/06/relationships/model3d" Target="../media/model3d1.glb"/><Relationship Id="rId7" Type="http://schemas.microsoft.com/office/2017/06/relationships/model3d" Target="../media/model3d2.glb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microsoft.com/office/2017/06/relationships/model3d" Target="../media/model3d1.glb"/><Relationship Id="rId7" Type="http://schemas.microsoft.com/office/2017/06/relationships/model3d" Target="../media/model3d2.glb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17/06/relationships/model3d" Target="../media/model3d1.glb"/><Relationship Id="rId7" Type="http://schemas.microsoft.com/office/2017/06/relationships/model3d" Target="../media/model3d2.glb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17/06/relationships/model3d" Target="../media/model3d1.glb"/><Relationship Id="rId7" Type="http://schemas.microsoft.com/office/2017/06/relationships/model3d" Target="../media/model3d2.glb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17/06/relationships/model3d" Target="../media/model3d1.glb"/><Relationship Id="rId7" Type="http://schemas.microsoft.com/office/2017/06/relationships/model3d" Target="../media/model3d2.glb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17/06/relationships/model3d" Target="../media/model3d1.glb"/><Relationship Id="rId7" Type="http://schemas.microsoft.com/office/2017/06/relationships/model3d" Target="../media/model3d2.glb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17/06/relationships/model3d" Target="../media/model3d1.glb"/><Relationship Id="rId7" Type="http://schemas.microsoft.com/office/2017/06/relationships/model3d" Target="../media/model3d2.glb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17/06/relationships/model3d" Target="../media/model3d1.glb"/><Relationship Id="rId7" Type="http://schemas.microsoft.com/office/2017/06/relationships/model3d" Target="../media/model3d2.glb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17/06/relationships/model3d" Target="../media/model3d1.glb"/><Relationship Id="rId7" Type="http://schemas.microsoft.com/office/2017/06/relationships/model3d" Target="../media/model3d2.glb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microsoft.com/office/2017/06/relationships/model3d" Target="../media/model3d1.glb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3F10B-86CF-DDD0-354A-0513B5600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206BD540-DA70-BEB0-C5DA-D3A72AE34E3F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1847" t="10080"/>
          <a:stretch/>
        </p:blipFill>
        <p:spPr>
          <a:xfrm>
            <a:off x="-2169459" y="-895900"/>
            <a:ext cx="10181091" cy="57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C9056250-E5B8-E172-D2FF-35B029E96E68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5261" t="6068"/>
          <a:stretch/>
        </p:blipFill>
        <p:spPr>
          <a:xfrm rot="-10799997">
            <a:off x="5538058" y="2467224"/>
            <a:ext cx="7541093" cy="525693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èle 3D 4">
                <a:extLst>
                  <a:ext uri="{FF2B5EF4-FFF2-40B4-BE49-F238E27FC236}">
                    <a16:creationId xmlns:a16="http://schemas.microsoft.com/office/drawing/2014/main" id="{07CB26A5-7953-7F4D-77E1-98432614DEE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47722" y="2016092"/>
              <a:ext cx="4783107" cy="326063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83107" cy="326063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988450" ay="3943343" az="912359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8597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èle 3D 4">
                <a:extLst>
                  <a:ext uri="{FF2B5EF4-FFF2-40B4-BE49-F238E27FC236}">
                    <a16:creationId xmlns:a16="http://schemas.microsoft.com/office/drawing/2014/main" id="{07CB26A5-7953-7F4D-77E1-98432614DEE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347722" y="2016092"/>
                <a:ext cx="4783107" cy="3260633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oogle Shape;310;p30">
            <a:extLst>
              <a:ext uri="{FF2B5EF4-FFF2-40B4-BE49-F238E27FC236}">
                <a16:creationId xmlns:a16="http://schemas.microsoft.com/office/drawing/2014/main" id="{26D61F25-196F-DBF1-B324-19B43A348D13}"/>
              </a:ext>
            </a:extLst>
          </p:cNvPr>
          <p:cNvGrpSpPr/>
          <p:nvPr/>
        </p:nvGrpSpPr>
        <p:grpSpPr>
          <a:xfrm rot="13362066">
            <a:off x="435595" y="5487537"/>
            <a:ext cx="1193573" cy="1110588"/>
            <a:chOff x="827351" y="3629733"/>
            <a:chExt cx="1431601" cy="1332065"/>
          </a:xfrm>
        </p:grpSpPr>
        <p:sp>
          <p:nvSpPr>
            <p:cNvPr id="24" name="Google Shape;311;p30">
              <a:extLst>
                <a:ext uri="{FF2B5EF4-FFF2-40B4-BE49-F238E27FC236}">
                  <a16:creationId xmlns:a16="http://schemas.microsoft.com/office/drawing/2014/main" id="{637BD891-C293-4809-1566-CABA3429FFDB}"/>
                </a:ext>
              </a:extLst>
            </p:cNvPr>
            <p:cNvSpPr/>
            <p:nvPr/>
          </p:nvSpPr>
          <p:spPr>
            <a:xfrm>
              <a:off x="827351" y="3629733"/>
              <a:ext cx="778158" cy="1291382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" name="Google Shape;312;p30">
              <a:extLst>
                <a:ext uri="{FF2B5EF4-FFF2-40B4-BE49-F238E27FC236}">
                  <a16:creationId xmlns:a16="http://schemas.microsoft.com/office/drawing/2014/main" id="{0BB19F9A-5CA1-6CCA-6AC6-3A14CF64EB65}"/>
                </a:ext>
              </a:extLst>
            </p:cNvPr>
            <p:cNvSpPr/>
            <p:nvPr/>
          </p:nvSpPr>
          <p:spPr>
            <a:xfrm>
              <a:off x="1180441" y="4291832"/>
              <a:ext cx="1078511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" name="Google Shape;313;p30">
              <a:extLst>
                <a:ext uri="{FF2B5EF4-FFF2-40B4-BE49-F238E27FC236}">
                  <a16:creationId xmlns:a16="http://schemas.microsoft.com/office/drawing/2014/main" id="{8B3B1418-A45A-021F-D8DF-EF3D60D67117}"/>
                </a:ext>
              </a:extLst>
            </p:cNvPr>
            <p:cNvSpPr/>
            <p:nvPr/>
          </p:nvSpPr>
          <p:spPr>
            <a:xfrm>
              <a:off x="1251453" y="3629733"/>
              <a:ext cx="1007497" cy="702841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7" name="Google Shape;314;p30">
            <a:extLst>
              <a:ext uri="{FF2B5EF4-FFF2-40B4-BE49-F238E27FC236}">
                <a16:creationId xmlns:a16="http://schemas.microsoft.com/office/drawing/2014/main" id="{3B056F3A-15C3-584B-6314-37A01A912545}"/>
              </a:ext>
            </a:extLst>
          </p:cNvPr>
          <p:cNvGrpSpPr/>
          <p:nvPr/>
        </p:nvGrpSpPr>
        <p:grpSpPr>
          <a:xfrm rot="9966151">
            <a:off x="10928376" y="4905165"/>
            <a:ext cx="798643" cy="743116"/>
            <a:chOff x="827350" y="3629733"/>
            <a:chExt cx="1431600" cy="1332067"/>
          </a:xfrm>
        </p:grpSpPr>
        <p:sp>
          <p:nvSpPr>
            <p:cNvPr id="28" name="Google Shape;315;p30">
              <a:extLst>
                <a:ext uri="{FF2B5EF4-FFF2-40B4-BE49-F238E27FC236}">
                  <a16:creationId xmlns:a16="http://schemas.microsoft.com/office/drawing/2014/main" id="{582139C2-4548-4499-03A0-36142F225D63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" name="Google Shape;316;p30">
              <a:extLst>
                <a:ext uri="{FF2B5EF4-FFF2-40B4-BE49-F238E27FC236}">
                  <a16:creationId xmlns:a16="http://schemas.microsoft.com/office/drawing/2014/main" id="{B937CC96-3564-5A47-D6FD-3C0C19ADBB9C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0" name="Google Shape;317;p30">
              <a:extLst>
                <a:ext uri="{FF2B5EF4-FFF2-40B4-BE49-F238E27FC236}">
                  <a16:creationId xmlns:a16="http://schemas.microsoft.com/office/drawing/2014/main" id="{F87AF989-E36E-DD47-A0CB-CBB453E6C02A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1" name="Google Shape;318;p30">
            <a:extLst>
              <a:ext uri="{FF2B5EF4-FFF2-40B4-BE49-F238E27FC236}">
                <a16:creationId xmlns:a16="http://schemas.microsoft.com/office/drawing/2014/main" id="{2C3B6A00-3F35-B126-AA7E-04B8E152DA30}"/>
              </a:ext>
            </a:extLst>
          </p:cNvPr>
          <p:cNvGrpSpPr/>
          <p:nvPr/>
        </p:nvGrpSpPr>
        <p:grpSpPr>
          <a:xfrm rot="6426879">
            <a:off x="689663" y="729946"/>
            <a:ext cx="619024" cy="575985"/>
            <a:chOff x="827350" y="3629733"/>
            <a:chExt cx="1431600" cy="1332067"/>
          </a:xfrm>
        </p:grpSpPr>
        <p:sp>
          <p:nvSpPr>
            <p:cNvPr id="32" name="Google Shape;319;p30">
              <a:extLst>
                <a:ext uri="{FF2B5EF4-FFF2-40B4-BE49-F238E27FC236}">
                  <a16:creationId xmlns:a16="http://schemas.microsoft.com/office/drawing/2014/main" id="{A0DAFD8B-138C-F6E2-5E38-CA77EB6685D7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" name="Google Shape;320;p30">
              <a:extLst>
                <a:ext uri="{FF2B5EF4-FFF2-40B4-BE49-F238E27FC236}">
                  <a16:creationId xmlns:a16="http://schemas.microsoft.com/office/drawing/2014/main" id="{154E376B-8763-6807-6104-A87DC6EEF476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4" name="Google Shape;321;p30">
              <a:extLst>
                <a:ext uri="{FF2B5EF4-FFF2-40B4-BE49-F238E27FC236}">
                  <a16:creationId xmlns:a16="http://schemas.microsoft.com/office/drawing/2014/main" id="{A50419C2-FBDF-3A5C-50E8-A7524BAC416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2" name="Ellipse 1">
            <a:extLst>
              <a:ext uri="{FF2B5EF4-FFF2-40B4-BE49-F238E27FC236}">
                <a16:creationId xmlns:a16="http://schemas.microsoft.com/office/drawing/2014/main" id="{73D78968-E607-0B64-B101-9FC1247849D0}"/>
              </a:ext>
            </a:extLst>
          </p:cNvPr>
          <p:cNvSpPr/>
          <p:nvPr/>
        </p:nvSpPr>
        <p:spPr>
          <a:xfrm>
            <a:off x="3957796" y="1486407"/>
            <a:ext cx="4320000" cy="432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CF33C78-8C50-0BE4-94A7-E54D34634E3C}"/>
              </a:ext>
            </a:extLst>
          </p:cNvPr>
          <p:cNvSpPr/>
          <p:nvPr/>
        </p:nvSpPr>
        <p:spPr>
          <a:xfrm>
            <a:off x="3224008" y="766407"/>
            <a:ext cx="5760000" cy="5760000"/>
          </a:xfrm>
          <a:prstGeom prst="ellipse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6A9A24C-71C1-3549-BBC3-307E7C851496}"/>
              </a:ext>
            </a:extLst>
          </p:cNvPr>
          <p:cNvSpPr/>
          <p:nvPr/>
        </p:nvSpPr>
        <p:spPr>
          <a:xfrm>
            <a:off x="1788161" y="-673593"/>
            <a:ext cx="8640000" cy="8640000"/>
          </a:xfrm>
          <a:prstGeom prst="ellipse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37F2D7D-9DC3-673F-8FFC-A641F297CA3C}"/>
              </a:ext>
            </a:extLst>
          </p:cNvPr>
          <p:cNvSpPr/>
          <p:nvPr/>
        </p:nvSpPr>
        <p:spPr>
          <a:xfrm>
            <a:off x="-624000" y="-3291000"/>
            <a:ext cx="13440000" cy="13440000"/>
          </a:xfrm>
          <a:prstGeom prst="ellipse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7F31601-2750-7845-B23C-2510E6A169B6}"/>
              </a:ext>
            </a:extLst>
          </p:cNvPr>
          <p:cNvSpPr/>
          <p:nvPr/>
        </p:nvSpPr>
        <p:spPr>
          <a:xfrm rot="8971692">
            <a:off x="4195624" y="1726407"/>
            <a:ext cx="3840000" cy="3840000"/>
          </a:xfrm>
          <a:prstGeom prst="ellipse">
            <a:avLst/>
          </a:prstGeom>
          <a:solidFill>
            <a:schemeClr val="tx2"/>
          </a:solidFill>
          <a:ln w="76200">
            <a:solidFill>
              <a:schemeClr val="accent1">
                <a:lumMod val="40000"/>
                <a:lumOff val="60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FD9B6B05-5252-7974-24DD-0BFFA19D0DDC}"/>
              </a:ext>
            </a:extLst>
          </p:cNvPr>
          <p:cNvSpPr/>
          <p:nvPr/>
        </p:nvSpPr>
        <p:spPr>
          <a:xfrm>
            <a:off x="4912655" y="2446407"/>
            <a:ext cx="2400000" cy="2400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A21616-5D3A-3F42-6EF1-2FCAAEB1DE81}"/>
              </a:ext>
            </a:extLst>
          </p:cNvPr>
          <p:cNvSpPr txBox="1"/>
          <p:nvPr/>
        </p:nvSpPr>
        <p:spPr>
          <a:xfrm>
            <a:off x="4852766" y="3292464"/>
            <a:ext cx="26819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 Rounded MT Bold" panose="020F0704030504030204" pitchFamily="34" charset="0"/>
              </a:rPr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1937665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951CC47A-8383-B587-C3FE-E05CBBBBC054}"/>
              </a:ext>
            </a:extLst>
          </p:cNvPr>
          <p:cNvPicPr preferRelativeResize="0"/>
          <p:nvPr/>
        </p:nvPicPr>
        <p:blipFill rotWithShape="1">
          <a:blip r:embed="rId3">
            <a:alphaModFix amt="75000"/>
          </a:blip>
          <a:srcRect l="11847" t="10080"/>
          <a:stretch/>
        </p:blipFill>
        <p:spPr>
          <a:xfrm>
            <a:off x="0" y="-195868"/>
            <a:ext cx="8011632" cy="505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98C910E9-5E28-B09A-B84E-53DCBA389EC7}"/>
              </a:ext>
            </a:extLst>
          </p:cNvPr>
          <p:cNvPicPr preferRelativeResize="0"/>
          <p:nvPr/>
        </p:nvPicPr>
        <p:blipFill rotWithShape="1">
          <a:blip r:embed="rId3">
            <a:alphaModFix amt="75000"/>
          </a:blip>
          <a:srcRect l="15261" t="6068"/>
          <a:stretch/>
        </p:blipFill>
        <p:spPr>
          <a:xfrm rot="-10799997">
            <a:off x="5538057" y="2467224"/>
            <a:ext cx="6883403" cy="472439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èle 3D 4">
                <a:extLst>
                  <a:ext uri="{FF2B5EF4-FFF2-40B4-BE49-F238E27FC236}">
                    <a16:creationId xmlns:a16="http://schemas.microsoft.com/office/drawing/2014/main" id="{73840230-D9DA-3D15-50E5-A7CB066B886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1476414" y="2361874"/>
              <a:ext cx="7542295" cy="3342923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7542295" cy="334292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886140" ay="1449628" az="9942538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889348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èle 3D 4">
                <a:extLst>
                  <a:ext uri="{FF2B5EF4-FFF2-40B4-BE49-F238E27FC236}">
                    <a16:creationId xmlns:a16="http://schemas.microsoft.com/office/drawing/2014/main" id="{73840230-D9DA-3D15-50E5-A7CB066B886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476414" y="2361874"/>
                <a:ext cx="7542295" cy="3342923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e 8">
            <a:extLst>
              <a:ext uri="{FF2B5EF4-FFF2-40B4-BE49-F238E27FC236}">
                <a16:creationId xmlns:a16="http://schemas.microsoft.com/office/drawing/2014/main" id="{4E48278B-EA15-361C-2306-4F0123C54659}"/>
              </a:ext>
            </a:extLst>
          </p:cNvPr>
          <p:cNvGrpSpPr/>
          <p:nvPr/>
        </p:nvGrpSpPr>
        <p:grpSpPr>
          <a:xfrm>
            <a:off x="13299276" y="1318505"/>
            <a:ext cx="5081319" cy="1183392"/>
            <a:chOff x="1397098" y="2754630"/>
            <a:chExt cx="3619844" cy="659402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40670987-011A-1DE7-D57D-B911AC931723}"/>
                </a:ext>
              </a:extLst>
            </p:cNvPr>
            <p:cNvSpPr/>
            <p:nvPr/>
          </p:nvSpPr>
          <p:spPr>
            <a:xfrm>
              <a:off x="1397098" y="2754630"/>
              <a:ext cx="3619844" cy="64008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fr-FR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FEBF6601-E185-C0A6-98FD-9474B8AEEAAA}"/>
                </a:ext>
              </a:extLst>
            </p:cNvPr>
            <p:cNvSpPr/>
            <p:nvPr/>
          </p:nvSpPr>
          <p:spPr>
            <a:xfrm>
              <a:off x="4284000" y="3198032"/>
              <a:ext cx="216000" cy="216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fr-FR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44A4E99-97AF-72EE-17AE-FBE684EF2E30}"/>
              </a:ext>
            </a:extLst>
          </p:cNvPr>
          <p:cNvGrpSpPr/>
          <p:nvPr/>
        </p:nvGrpSpPr>
        <p:grpSpPr>
          <a:xfrm>
            <a:off x="13863100" y="2196735"/>
            <a:ext cx="3953668" cy="766908"/>
            <a:chOff x="1397098" y="2754630"/>
            <a:chExt cx="3619844" cy="659402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E685D55F-8260-134B-9F16-D8B26E2133CC}"/>
                </a:ext>
              </a:extLst>
            </p:cNvPr>
            <p:cNvSpPr/>
            <p:nvPr/>
          </p:nvSpPr>
          <p:spPr>
            <a:xfrm>
              <a:off x="1397098" y="2754630"/>
              <a:ext cx="3619844" cy="64008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fr-FR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5C8779FA-B10F-128E-BAE2-C7B07E0CF914}"/>
                </a:ext>
              </a:extLst>
            </p:cNvPr>
            <p:cNvSpPr/>
            <p:nvPr/>
          </p:nvSpPr>
          <p:spPr>
            <a:xfrm>
              <a:off x="4284000" y="3198032"/>
              <a:ext cx="216000" cy="216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fr-FR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BB289EB1-0952-2BDC-B39D-0F668DBFA8B6}"/>
              </a:ext>
            </a:extLst>
          </p:cNvPr>
          <p:cNvGrpSpPr/>
          <p:nvPr/>
        </p:nvGrpSpPr>
        <p:grpSpPr>
          <a:xfrm>
            <a:off x="14477453" y="2861831"/>
            <a:ext cx="2724960" cy="650411"/>
            <a:chOff x="1397098" y="2754630"/>
            <a:chExt cx="3619844" cy="659402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7BFB8B48-0BEC-A93D-29AA-4F0D603D3B8B}"/>
                </a:ext>
              </a:extLst>
            </p:cNvPr>
            <p:cNvSpPr/>
            <p:nvPr/>
          </p:nvSpPr>
          <p:spPr>
            <a:xfrm>
              <a:off x="1397098" y="2754630"/>
              <a:ext cx="3619844" cy="64008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fr-FR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DDCB79C0-7BC0-700A-2D66-D1F560FD05B0}"/>
                </a:ext>
              </a:extLst>
            </p:cNvPr>
            <p:cNvSpPr/>
            <p:nvPr/>
          </p:nvSpPr>
          <p:spPr>
            <a:xfrm>
              <a:off x="4284000" y="3198032"/>
              <a:ext cx="216000" cy="216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fr-FR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23" name="Google Shape;310;p30">
            <a:extLst>
              <a:ext uri="{FF2B5EF4-FFF2-40B4-BE49-F238E27FC236}">
                <a16:creationId xmlns:a16="http://schemas.microsoft.com/office/drawing/2014/main" id="{1621C10B-05B3-B2D5-B94A-5291BCB56692}"/>
              </a:ext>
            </a:extLst>
          </p:cNvPr>
          <p:cNvGrpSpPr/>
          <p:nvPr/>
        </p:nvGrpSpPr>
        <p:grpSpPr>
          <a:xfrm>
            <a:off x="9996715" y="320590"/>
            <a:ext cx="1193573" cy="1110588"/>
            <a:chOff x="827351" y="3629733"/>
            <a:chExt cx="1431601" cy="1332065"/>
          </a:xfrm>
        </p:grpSpPr>
        <p:sp>
          <p:nvSpPr>
            <p:cNvPr id="24" name="Google Shape;311;p30">
              <a:extLst>
                <a:ext uri="{FF2B5EF4-FFF2-40B4-BE49-F238E27FC236}">
                  <a16:creationId xmlns:a16="http://schemas.microsoft.com/office/drawing/2014/main" id="{F703FCAC-A24D-6176-4486-C896715471F5}"/>
                </a:ext>
              </a:extLst>
            </p:cNvPr>
            <p:cNvSpPr/>
            <p:nvPr/>
          </p:nvSpPr>
          <p:spPr>
            <a:xfrm>
              <a:off x="827351" y="3629733"/>
              <a:ext cx="778158" cy="1291382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" name="Google Shape;312;p30">
              <a:extLst>
                <a:ext uri="{FF2B5EF4-FFF2-40B4-BE49-F238E27FC236}">
                  <a16:creationId xmlns:a16="http://schemas.microsoft.com/office/drawing/2014/main" id="{B09D8D64-F53F-1B02-D056-1D0F2A9B5097}"/>
                </a:ext>
              </a:extLst>
            </p:cNvPr>
            <p:cNvSpPr/>
            <p:nvPr/>
          </p:nvSpPr>
          <p:spPr>
            <a:xfrm>
              <a:off x="1180441" y="4291832"/>
              <a:ext cx="1078511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" name="Google Shape;313;p30">
              <a:extLst>
                <a:ext uri="{FF2B5EF4-FFF2-40B4-BE49-F238E27FC236}">
                  <a16:creationId xmlns:a16="http://schemas.microsoft.com/office/drawing/2014/main" id="{D58B69CB-EC16-573E-FCE3-84074CE3102E}"/>
                </a:ext>
              </a:extLst>
            </p:cNvPr>
            <p:cNvSpPr/>
            <p:nvPr/>
          </p:nvSpPr>
          <p:spPr>
            <a:xfrm>
              <a:off x="1251453" y="3629733"/>
              <a:ext cx="1007497" cy="702841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7" name="Google Shape;314;p30">
            <a:extLst>
              <a:ext uri="{FF2B5EF4-FFF2-40B4-BE49-F238E27FC236}">
                <a16:creationId xmlns:a16="http://schemas.microsoft.com/office/drawing/2014/main" id="{069E18DC-39AA-8411-8BF3-8125E593F59E}"/>
              </a:ext>
            </a:extLst>
          </p:cNvPr>
          <p:cNvGrpSpPr/>
          <p:nvPr/>
        </p:nvGrpSpPr>
        <p:grpSpPr>
          <a:xfrm>
            <a:off x="10645491" y="2016091"/>
            <a:ext cx="798643" cy="743116"/>
            <a:chOff x="827350" y="3629733"/>
            <a:chExt cx="1431600" cy="1332067"/>
          </a:xfrm>
        </p:grpSpPr>
        <p:sp>
          <p:nvSpPr>
            <p:cNvPr id="28" name="Google Shape;315;p30">
              <a:extLst>
                <a:ext uri="{FF2B5EF4-FFF2-40B4-BE49-F238E27FC236}">
                  <a16:creationId xmlns:a16="http://schemas.microsoft.com/office/drawing/2014/main" id="{7A7E371C-5D2C-365C-FB76-3C8D2672908E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" name="Google Shape;316;p30">
              <a:extLst>
                <a:ext uri="{FF2B5EF4-FFF2-40B4-BE49-F238E27FC236}">
                  <a16:creationId xmlns:a16="http://schemas.microsoft.com/office/drawing/2014/main" id="{05EF422A-3D04-04C9-9DB4-3936984A8BFA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0" name="Google Shape;317;p30">
              <a:extLst>
                <a:ext uri="{FF2B5EF4-FFF2-40B4-BE49-F238E27FC236}">
                  <a16:creationId xmlns:a16="http://schemas.microsoft.com/office/drawing/2014/main" id="{4A86B9BA-98E2-FC7D-10A8-2BA46FBAED90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1" name="Google Shape;318;p30">
            <a:extLst>
              <a:ext uri="{FF2B5EF4-FFF2-40B4-BE49-F238E27FC236}">
                <a16:creationId xmlns:a16="http://schemas.microsoft.com/office/drawing/2014/main" id="{34000890-EF51-D185-D40E-9202F91DCBA6}"/>
              </a:ext>
            </a:extLst>
          </p:cNvPr>
          <p:cNvGrpSpPr/>
          <p:nvPr/>
        </p:nvGrpSpPr>
        <p:grpSpPr>
          <a:xfrm>
            <a:off x="8887247" y="1109266"/>
            <a:ext cx="619024" cy="575985"/>
            <a:chOff x="827350" y="3629733"/>
            <a:chExt cx="1431600" cy="1332067"/>
          </a:xfrm>
        </p:grpSpPr>
        <p:sp>
          <p:nvSpPr>
            <p:cNvPr id="32" name="Google Shape;319;p30">
              <a:extLst>
                <a:ext uri="{FF2B5EF4-FFF2-40B4-BE49-F238E27FC236}">
                  <a16:creationId xmlns:a16="http://schemas.microsoft.com/office/drawing/2014/main" id="{12A8159C-2275-CF2B-BC48-17EC1A4951C1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" name="Google Shape;320;p30">
              <a:extLst>
                <a:ext uri="{FF2B5EF4-FFF2-40B4-BE49-F238E27FC236}">
                  <a16:creationId xmlns:a16="http://schemas.microsoft.com/office/drawing/2014/main" id="{2C84E393-671B-55E6-CB2F-17CF359D955E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4" name="Google Shape;321;p30">
              <a:extLst>
                <a:ext uri="{FF2B5EF4-FFF2-40B4-BE49-F238E27FC236}">
                  <a16:creationId xmlns:a16="http://schemas.microsoft.com/office/drawing/2014/main" id="{30DDB3BC-CACC-ED21-5115-AA5CF0DA5BA7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17D29905-A1F5-804A-351D-6F1C3608C5AB}"/>
              </a:ext>
            </a:extLst>
          </p:cNvPr>
          <p:cNvGrpSpPr/>
          <p:nvPr/>
        </p:nvGrpSpPr>
        <p:grpSpPr>
          <a:xfrm>
            <a:off x="5347559" y="3057632"/>
            <a:ext cx="5333527" cy="1351944"/>
            <a:chOff x="3903593" y="2358783"/>
            <a:chExt cx="4000145" cy="785814"/>
          </a:xfrm>
        </p:grpSpPr>
        <p:sp>
          <p:nvSpPr>
            <p:cNvPr id="35" name="Google Shape;281;p30">
              <a:extLst>
                <a:ext uri="{FF2B5EF4-FFF2-40B4-BE49-F238E27FC236}">
                  <a16:creationId xmlns:a16="http://schemas.microsoft.com/office/drawing/2014/main" id="{A2FEB3D3-37B8-EFF7-9C21-C76EF05B2188}"/>
                </a:ext>
              </a:extLst>
            </p:cNvPr>
            <p:cNvSpPr/>
            <p:nvPr/>
          </p:nvSpPr>
          <p:spPr>
            <a:xfrm>
              <a:off x="3905940" y="2358783"/>
              <a:ext cx="3997798" cy="785814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tx2"/>
            </a:solidFill>
            <a:ln w="9525" cap="flat" cmpd="sng">
              <a:solidFill>
                <a:schemeClr val="bg1"/>
              </a:solidFill>
              <a:prstDash val="lgDashDot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Google Shape;282;p30">
              <a:extLst>
                <a:ext uri="{FF2B5EF4-FFF2-40B4-BE49-F238E27FC236}">
                  <a16:creationId xmlns:a16="http://schemas.microsoft.com/office/drawing/2014/main" id="{C1591422-2E4E-1AF5-E87C-52CD4E8EEE37}"/>
                </a:ext>
              </a:extLst>
            </p:cNvPr>
            <p:cNvSpPr txBox="1">
              <a:spLocks/>
            </p:cNvSpPr>
            <p:nvPr/>
          </p:nvSpPr>
          <p:spPr>
            <a:xfrm>
              <a:off x="3903593" y="2524365"/>
              <a:ext cx="3997797" cy="5537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udiowide"/>
                <a:buNone/>
                <a:defRPr sz="2800" b="0" i="0" u="none" strike="noStrike" cap="none">
                  <a:solidFill>
                    <a:schemeClr val="lt1"/>
                  </a:solidFill>
                  <a:latin typeface="Audiowide"/>
                  <a:ea typeface="Audiowide"/>
                  <a:cs typeface="Audiowide"/>
                  <a:sym typeface="Audiowide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udiowide"/>
                <a:buNone/>
                <a:tabLst/>
                <a:defRPr/>
              </a:pPr>
              <a:r>
                <a:rPr kumimoji="0" lang="fr-FR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Sakkal Majalla" panose="02000000000000000000" pitchFamily="2" charset="-78"/>
                  <a:cs typeface="Sakkal Majalla" panose="02000000000000000000" pitchFamily="2" charset="-78"/>
                  <a:sym typeface="Audiowide"/>
                </a:rPr>
                <a:t>AI-</a:t>
              </a:r>
              <a:r>
                <a:rPr kumimoji="0" lang="fr-FR" sz="4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Sakkal Majalla" panose="02000000000000000000" pitchFamily="2" charset="-78"/>
                  <a:cs typeface="Sakkal Majalla" panose="02000000000000000000" pitchFamily="2" charset="-78"/>
                  <a:sym typeface="Audiowide"/>
                </a:rPr>
                <a:t>Powered</a:t>
              </a:r>
              <a:r>
                <a:rPr kumimoji="0" lang="fr-FR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Sakkal Majalla" panose="02000000000000000000" pitchFamily="2" charset="-78"/>
                  <a:cs typeface="Sakkal Majalla" panose="02000000000000000000" pitchFamily="2" charset="-78"/>
                  <a:sym typeface="Audiowide"/>
                </a:rPr>
                <a:t> </a:t>
              </a:r>
              <a:r>
                <a:rPr kumimoji="0" lang="fr-FR" sz="4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Sakkal Majalla" panose="02000000000000000000" pitchFamily="2" charset="-78"/>
                  <a:cs typeface="Sakkal Majalla" panose="02000000000000000000" pitchFamily="2" charset="-78"/>
                  <a:sym typeface="Audiowide"/>
                </a:rPr>
                <a:t>Healthy</a:t>
              </a:r>
              <a:r>
                <a:rPr kumimoji="0" lang="fr-FR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Sakkal Majalla" panose="02000000000000000000" pitchFamily="2" charset="-78"/>
                  <a:cs typeface="Sakkal Majalla" panose="02000000000000000000" pitchFamily="2" charset="-78"/>
                  <a:sym typeface="Audiowide"/>
                </a:rPr>
                <a:t> Indoor </a:t>
              </a:r>
              <a:r>
                <a:rPr kumimoji="0" lang="fr-FR" sz="4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Sakkal Majalla" panose="02000000000000000000" pitchFamily="2" charset="-78"/>
                  <a:cs typeface="Sakkal Majalla" panose="02000000000000000000" pitchFamily="2" charset="-78"/>
                  <a:sym typeface="Audiowide"/>
                </a:rPr>
                <a:t>Environment</a:t>
              </a:r>
              <a:endParaRPr kumimoji="0" lang="fr-FR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akkal Majalla" panose="02000000000000000000" pitchFamily="2" charset="-78"/>
                <a:cs typeface="Sakkal Majalla" panose="02000000000000000000" pitchFamily="2" charset="-78"/>
                <a:sym typeface="Audiowide"/>
              </a:endParaRPr>
            </a:p>
          </p:txBody>
        </p:sp>
      </p:grpSp>
      <p:sp>
        <p:nvSpPr>
          <p:cNvPr id="39" name="Ellipse 38">
            <a:extLst>
              <a:ext uri="{FF2B5EF4-FFF2-40B4-BE49-F238E27FC236}">
                <a16:creationId xmlns:a16="http://schemas.microsoft.com/office/drawing/2014/main" id="{00F2387C-7C72-55E1-F4D6-235834190ACC}"/>
              </a:ext>
            </a:extLst>
          </p:cNvPr>
          <p:cNvSpPr/>
          <p:nvPr/>
        </p:nvSpPr>
        <p:spPr>
          <a:xfrm>
            <a:off x="-2784001" y="-5367759"/>
            <a:ext cx="17760000" cy="17760000"/>
          </a:xfrm>
          <a:prstGeom prst="ellipse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8E7B8D8A-4980-DF04-099C-C4EB7597FA35}"/>
              </a:ext>
            </a:extLst>
          </p:cNvPr>
          <p:cNvSpPr/>
          <p:nvPr/>
        </p:nvSpPr>
        <p:spPr>
          <a:xfrm>
            <a:off x="-3504001" y="-6194287"/>
            <a:ext cx="19200000" cy="19200000"/>
          </a:xfrm>
          <a:prstGeom prst="ellipse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D74F50A8-38E7-085B-59A2-BDCECB944048}"/>
              </a:ext>
            </a:extLst>
          </p:cNvPr>
          <p:cNvSpPr/>
          <p:nvPr/>
        </p:nvSpPr>
        <p:spPr>
          <a:xfrm rot="7255569">
            <a:off x="-864003" y="-3660813"/>
            <a:ext cx="13920000" cy="13920000"/>
          </a:xfrm>
          <a:prstGeom prst="ellipse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F4C87ABD-EB96-089F-6AF2-D90587C6419A}"/>
              </a:ext>
            </a:extLst>
          </p:cNvPr>
          <p:cNvSpPr/>
          <p:nvPr/>
        </p:nvSpPr>
        <p:spPr>
          <a:xfrm rot="21045300">
            <a:off x="-2304001" y="-4420464"/>
            <a:ext cx="16800000" cy="16800000"/>
          </a:xfrm>
          <a:prstGeom prst="ellipse">
            <a:avLst/>
          </a:prstGeom>
          <a:noFill/>
          <a:ln w="76200">
            <a:solidFill>
              <a:schemeClr val="accent1">
                <a:lumMod val="40000"/>
                <a:lumOff val="60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pSp>
        <p:nvGrpSpPr>
          <p:cNvPr id="43" name="Google Shape;298;p30">
            <a:extLst>
              <a:ext uri="{FF2B5EF4-FFF2-40B4-BE49-F238E27FC236}">
                <a16:creationId xmlns:a16="http://schemas.microsoft.com/office/drawing/2014/main" id="{F3D82370-CE7D-827D-8F02-9AA186F14D13}"/>
              </a:ext>
            </a:extLst>
          </p:cNvPr>
          <p:cNvGrpSpPr/>
          <p:nvPr/>
        </p:nvGrpSpPr>
        <p:grpSpPr>
          <a:xfrm rot="14653837">
            <a:off x="-1487139" y="6239547"/>
            <a:ext cx="1571516" cy="1462255"/>
            <a:chOff x="827350" y="3629733"/>
            <a:chExt cx="1431600" cy="1332067"/>
          </a:xfrm>
        </p:grpSpPr>
        <p:sp>
          <p:nvSpPr>
            <p:cNvPr id="44" name="Google Shape;299;p30">
              <a:extLst>
                <a:ext uri="{FF2B5EF4-FFF2-40B4-BE49-F238E27FC236}">
                  <a16:creationId xmlns:a16="http://schemas.microsoft.com/office/drawing/2014/main" id="{BEB11267-4FBA-B564-6C4D-3E6A688F9EBB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5" name="Google Shape;300;p30">
              <a:extLst>
                <a:ext uri="{FF2B5EF4-FFF2-40B4-BE49-F238E27FC236}">
                  <a16:creationId xmlns:a16="http://schemas.microsoft.com/office/drawing/2014/main" id="{336F1354-EEDE-E5D0-26F2-0B4A0AC8720C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6" name="Google Shape;301;p30">
              <a:extLst>
                <a:ext uri="{FF2B5EF4-FFF2-40B4-BE49-F238E27FC236}">
                  <a16:creationId xmlns:a16="http://schemas.microsoft.com/office/drawing/2014/main" id="{ED8D4AC2-0479-03C3-9C78-9FA56DDAF17F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48" name="Ellipse 47">
            <a:extLst>
              <a:ext uri="{FF2B5EF4-FFF2-40B4-BE49-F238E27FC236}">
                <a16:creationId xmlns:a16="http://schemas.microsoft.com/office/drawing/2014/main" id="{8DA87C8F-DE2C-AF0C-0CE3-067FD7CDABA8}"/>
              </a:ext>
            </a:extLst>
          </p:cNvPr>
          <p:cNvSpPr/>
          <p:nvPr/>
        </p:nvSpPr>
        <p:spPr>
          <a:xfrm rot="14874605">
            <a:off x="-5225598" y="-7291323"/>
            <a:ext cx="22643191" cy="21607128"/>
          </a:xfrm>
          <a:prstGeom prst="ellipse">
            <a:avLst/>
          </a:prstGeom>
          <a:noFill/>
          <a:ln w="444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3D5A00F4-587F-DD88-15DE-69AA03FEC8BC}"/>
              </a:ext>
            </a:extLst>
          </p:cNvPr>
          <p:cNvSpPr/>
          <p:nvPr/>
        </p:nvSpPr>
        <p:spPr>
          <a:xfrm rot="7230913">
            <a:off x="-1465314" y="-4026738"/>
            <a:ext cx="15284155" cy="14864897"/>
          </a:xfrm>
          <a:prstGeom prst="ellipse">
            <a:avLst/>
          </a:prstGeom>
          <a:noFill/>
          <a:ln w="444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pSp>
        <p:nvGrpSpPr>
          <p:cNvPr id="50" name="Google Shape;291;p30">
            <a:extLst>
              <a:ext uri="{FF2B5EF4-FFF2-40B4-BE49-F238E27FC236}">
                <a16:creationId xmlns:a16="http://schemas.microsoft.com/office/drawing/2014/main" id="{098DBF79-8A0E-EBF3-30B5-063347F41F4D}"/>
              </a:ext>
            </a:extLst>
          </p:cNvPr>
          <p:cNvGrpSpPr/>
          <p:nvPr/>
        </p:nvGrpSpPr>
        <p:grpSpPr>
          <a:xfrm>
            <a:off x="13863100" y="7996148"/>
            <a:ext cx="384801" cy="1462257"/>
            <a:chOff x="1006700" y="2603975"/>
            <a:chExt cx="55450" cy="210700"/>
          </a:xfrm>
        </p:grpSpPr>
        <p:sp>
          <p:nvSpPr>
            <p:cNvPr id="51" name="Google Shape;292;p30">
              <a:extLst>
                <a:ext uri="{FF2B5EF4-FFF2-40B4-BE49-F238E27FC236}">
                  <a16:creationId xmlns:a16="http://schemas.microsoft.com/office/drawing/2014/main" id="{975875AD-6843-E412-A522-D5E11694DCFE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2" name="Google Shape;293;p30">
              <a:extLst>
                <a:ext uri="{FF2B5EF4-FFF2-40B4-BE49-F238E27FC236}">
                  <a16:creationId xmlns:a16="http://schemas.microsoft.com/office/drawing/2014/main" id="{9EABD952-55F8-A57A-E212-7CA07C8C544B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3" name="Google Shape;294;p30">
              <a:extLst>
                <a:ext uri="{FF2B5EF4-FFF2-40B4-BE49-F238E27FC236}">
                  <a16:creationId xmlns:a16="http://schemas.microsoft.com/office/drawing/2014/main" id="{6960C413-5BE6-F08C-49A3-5BA285314ED4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4" name="Google Shape;295;p30">
              <a:extLst>
                <a:ext uri="{FF2B5EF4-FFF2-40B4-BE49-F238E27FC236}">
                  <a16:creationId xmlns:a16="http://schemas.microsoft.com/office/drawing/2014/main" id="{C893E36F-B323-ED65-4417-7DAB676A7F97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5" name="Google Shape;296;p30">
              <a:extLst>
                <a:ext uri="{FF2B5EF4-FFF2-40B4-BE49-F238E27FC236}">
                  <a16:creationId xmlns:a16="http://schemas.microsoft.com/office/drawing/2014/main" id="{E81C4BD0-B342-48A1-2600-AE0A38CB7439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6" name="Google Shape;297;p30">
              <a:extLst>
                <a:ext uri="{FF2B5EF4-FFF2-40B4-BE49-F238E27FC236}">
                  <a16:creationId xmlns:a16="http://schemas.microsoft.com/office/drawing/2014/main" id="{74529EFA-CFDB-5206-6C4A-C6E2C887E3A3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2125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9C761ADD-4427-4990-A845-80A57A1E4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710" y="1829142"/>
            <a:ext cx="3402281" cy="340228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5211F0F6-A632-A00E-2941-24C5220F494F}"/>
              </a:ext>
            </a:extLst>
          </p:cNvPr>
          <p:cNvPicPr preferRelativeResize="0"/>
          <p:nvPr/>
        </p:nvPicPr>
        <p:blipFill rotWithShape="1">
          <a:blip r:embed="rId3">
            <a:alphaModFix amt="75000"/>
          </a:blip>
          <a:srcRect l="11847" t="10080"/>
          <a:stretch/>
        </p:blipFill>
        <p:spPr>
          <a:xfrm>
            <a:off x="0" y="-195868"/>
            <a:ext cx="8011632" cy="505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E05C4C6D-2D8D-9E2B-5D19-F1AD0BBC6B54}"/>
              </a:ext>
            </a:extLst>
          </p:cNvPr>
          <p:cNvPicPr preferRelativeResize="0"/>
          <p:nvPr/>
        </p:nvPicPr>
        <p:blipFill rotWithShape="1">
          <a:blip r:embed="rId3">
            <a:alphaModFix amt="75000"/>
          </a:blip>
          <a:srcRect l="15261" t="6068"/>
          <a:stretch/>
        </p:blipFill>
        <p:spPr>
          <a:xfrm rot="-10799997">
            <a:off x="5831428" y="2463904"/>
            <a:ext cx="6883403" cy="47243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291;p30">
            <a:extLst>
              <a:ext uri="{FF2B5EF4-FFF2-40B4-BE49-F238E27FC236}">
                <a16:creationId xmlns:a16="http://schemas.microsoft.com/office/drawing/2014/main" id="{D2491D4E-A509-942E-0114-7BEEA8C1DB76}"/>
              </a:ext>
            </a:extLst>
          </p:cNvPr>
          <p:cNvGrpSpPr/>
          <p:nvPr/>
        </p:nvGrpSpPr>
        <p:grpSpPr>
          <a:xfrm rot="5400000">
            <a:off x="10359410" y="5209029"/>
            <a:ext cx="384801" cy="1462257"/>
            <a:chOff x="1006700" y="2603975"/>
            <a:chExt cx="55450" cy="210700"/>
          </a:xfrm>
        </p:grpSpPr>
        <p:sp>
          <p:nvSpPr>
            <p:cNvPr id="6" name="Google Shape;292;p30">
              <a:extLst>
                <a:ext uri="{FF2B5EF4-FFF2-40B4-BE49-F238E27FC236}">
                  <a16:creationId xmlns:a16="http://schemas.microsoft.com/office/drawing/2014/main" id="{AB681EB5-43D3-6F04-EFF4-45DC579D8359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" name="Google Shape;293;p30">
              <a:extLst>
                <a:ext uri="{FF2B5EF4-FFF2-40B4-BE49-F238E27FC236}">
                  <a16:creationId xmlns:a16="http://schemas.microsoft.com/office/drawing/2014/main" id="{C09B93FB-0C86-E2FF-373A-C8F9541F8EA6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8" name="Google Shape;294;p30">
              <a:extLst>
                <a:ext uri="{FF2B5EF4-FFF2-40B4-BE49-F238E27FC236}">
                  <a16:creationId xmlns:a16="http://schemas.microsoft.com/office/drawing/2014/main" id="{60634A43-76E0-7630-72BA-C47C08FDD611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" name="Google Shape;295;p30">
              <a:extLst>
                <a:ext uri="{FF2B5EF4-FFF2-40B4-BE49-F238E27FC236}">
                  <a16:creationId xmlns:a16="http://schemas.microsoft.com/office/drawing/2014/main" id="{1B903353-D970-7B15-8BAD-BC79DA74D28C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0" name="Google Shape;296;p30">
              <a:extLst>
                <a:ext uri="{FF2B5EF4-FFF2-40B4-BE49-F238E27FC236}">
                  <a16:creationId xmlns:a16="http://schemas.microsoft.com/office/drawing/2014/main" id="{37A3C4FB-6CA6-8838-9914-749D3974CD7C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Google Shape;297;p30">
              <a:extLst>
                <a:ext uri="{FF2B5EF4-FFF2-40B4-BE49-F238E27FC236}">
                  <a16:creationId xmlns:a16="http://schemas.microsoft.com/office/drawing/2014/main" id="{36A7577C-A1D4-EEAD-7664-F3AF7C7F88AC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2" name="Google Shape;310;p30">
            <a:extLst>
              <a:ext uri="{FF2B5EF4-FFF2-40B4-BE49-F238E27FC236}">
                <a16:creationId xmlns:a16="http://schemas.microsoft.com/office/drawing/2014/main" id="{876A2C92-34FA-E68B-EDAF-356A12205B08}"/>
              </a:ext>
            </a:extLst>
          </p:cNvPr>
          <p:cNvGrpSpPr/>
          <p:nvPr/>
        </p:nvGrpSpPr>
        <p:grpSpPr>
          <a:xfrm rot="14812035">
            <a:off x="9955002" y="292951"/>
            <a:ext cx="1193573" cy="1110589"/>
            <a:chOff x="827350" y="3629733"/>
            <a:chExt cx="1431600" cy="1332067"/>
          </a:xfrm>
        </p:grpSpPr>
        <p:sp>
          <p:nvSpPr>
            <p:cNvPr id="13" name="Google Shape;311;p30">
              <a:extLst>
                <a:ext uri="{FF2B5EF4-FFF2-40B4-BE49-F238E27FC236}">
                  <a16:creationId xmlns:a16="http://schemas.microsoft.com/office/drawing/2014/main" id="{881B927B-F774-D8DA-B786-95CD2852AFF5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Google Shape;312;p30">
              <a:extLst>
                <a:ext uri="{FF2B5EF4-FFF2-40B4-BE49-F238E27FC236}">
                  <a16:creationId xmlns:a16="http://schemas.microsoft.com/office/drawing/2014/main" id="{D90DF374-FBBA-79AB-A13F-6F508A69F9D8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Google Shape;313;p30">
              <a:extLst>
                <a:ext uri="{FF2B5EF4-FFF2-40B4-BE49-F238E27FC236}">
                  <a16:creationId xmlns:a16="http://schemas.microsoft.com/office/drawing/2014/main" id="{8ADD0847-504F-EFCB-D90C-B3456586492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6" name="Google Shape;314;p30">
            <a:extLst>
              <a:ext uri="{FF2B5EF4-FFF2-40B4-BE49-F238E27FC236}">
                <a16:creationId xmlns:a16="http://schemas.microsoft.com/office/drawing/2014/main" id="{118E42FE-3C6B-82C1-69F4-4562366206F6}"/>
              </a:ext>
            </a:extLst>
          </p:cNvPr>
          <p:cNvGrpSpPr/>
          <p:nvPr/>
        </p:nvGrpSpPr>
        <p:grpSpPr>
          <a:xfrm>
            <a:off x="10841711" y="1420954"/>
            <a:ext cx="798643" cy="743116"/>
            <a:chOff x="827350" y="3629733"/>
            <a:chExt cx="1431600" cy="1332067"/>
          </a:xfrm>
        </p:grpSpPr>
        <p:sp>
          <p:nvSpPr>
            <p:cNvPr id="17" name="Google Shape;315;p30">
              <a:extLst>
                <a:ext uri="{FF2B5EF4-FFF2-40B4-BE49-F238E27FC236}">
                  <a16:creationId xmlns:a16="http://schemas.microsoft.com/office/drawing/2014/main" id="{E2EB4F9C-73F0-288F-713A-F60C533534ED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8" name="Google Shape;316;p30">
              <a:extLst>
                <a:ext uri="{FF2B5EF4-FFF2-40B4-BE49-F238E27FC236}">
                  <a16:creationId xmlns:a16="http://schemas.microsoft.com/office/drawing/2014/main" id="{97979220-0805-7775-89AE-D80C0D85FF5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Google Shape;317;p30">
              <a:extLst>
                <a:ext uri="{FF2B5EF4-FFF2-40B4-BE49-F238E27FC236}">
                  <a16:creationId xmlns:a16="http://schemas.microsoft.com/office/drawing/2014/main" id="{A1C1A7A5-E161-2B04-DEF6-C59F5A5AE56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0" name="Google Shape;318;p30">
            <a:extLst>
              <a:ext uri="{FF2B5EF4-FFF2-40B4-BE49-F238E27FC236}">
                <a16:creationId xmlns:a16="http://schemas.microsoft.com/office/drawing/2014/main" id="{8FD18C2D-8903-565E-6E32-3AE50D6B597F}"/>
              </a:ext>
            </a:extLst>
          </p:cNvPr>
          <p:cNvGrpSpPr/>
          <p:nvPr/>
        </p:nvGrpSpPr>
        <p:grpSpPr>
          <a:xfrm rot="5400000">
            <a:off x="9201641" y="827560"/>
            <a:ext cx="619024" cy="575985"/>
            <a:chOff x="827350" y="3629733"/>
            <a:chExt cx="1431600" cy="1332067"/>
          </a:xfrm>
        </p:grpSpPr>
        <p:sp>
          <p:nvSpPr>
            <p:cNvPr id="21" name="Google Shape;319;p30">
              <a:extLst>
                <a:ext uri="{FF2B5EF4-FFF2-40B4-BE49-F238E27FC236}">
                  <a16:creationId xmlns:a16="http://schemas.microsoft.com/office/drawing/2014/main" id="{3D1A5D31-FF03-39A9-AEEC-ADC7F98ED218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2" name="Google Shape;320;p30">
              <a:extLst>
                <a:ext uri="{FF2B5EF4-FFF2-40B4-BE49-F238E27FC236}">
                  <a16:creationId xmlns:a16="http://schemas.microsoft.com/office/drawing/2014/main" id="{B39BCDDD-1DE4-F487-2ED6-5371F47525AA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3" name="Google Shape;321;p30">
              <a:extLst>
                <a:ext uri="{FF2B5EF4-FFF2-40B4-BE49-F238E27FC236}">
                  <a16:creationId xmlns:a16="http://schemas.microsoft.com/office/drawing/2014/main" id="{251A564F-C417-5E3E-AB68-AA847348382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24" name="ZoneTexte 23">
            <a:extLst>
              <a:ext uri="{FF2B5EF4-FFF2-40B4-BE49-F238E27FC236}">
                <a16:creationId xmlns:a16="http://schemas.microsoft.com/office/drawing/2014/main" id="{31A2AE79-CC9C-8043-7B32-8A0A8D7DE6A5}"/>
              </a:ext>
            </a:extLst>
          </p:cNvPr>
          <p:cNvSpPr txBox="1"/>
          <p:nvPr/>
        </p:nvSpPr>
        <p:spPr>
          <a:xfrm>
            <a:off x="5356637" y="1830745"/>
            <a:ext cx="61022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219170" rtl="1">
              <a:buClr>
                <a:srgbClr val="000000"/>
              </a:buClr>
            </a:pPr>
            <a:r>
              <a:rPr lang="fr-FR" sz="4000" kern="0" dirty="0" err="1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Problem</a:t>
            </a:r>
            <a:r>
              <a:rPr lang="fr-FR" sz="40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 </a:t>
            </a:r>
            <a:r>
              <a:rPr lang="fr-FR" sz="4000" kern="0" dirty="0" err="1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Statement</a:t>
            </a:r>
            <a:r>
              <a:rPr lang="fr-FR" sz="40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 &amp; Motivation</a:t>
            </a:r>
            <a:endParaRPr kumimoji="0" lang="fr-FR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cs typeface="Sakkal Majalla" panose="02000000000000000000" pitchFamily="2" charset="-78"/>
              <a:sym typeface="Arial"/>
            </a:endParaRPr>
          </a:p>
        </p:txBody>
      </p:sp>
      <p:grpSp>
        <p:nvGrpSpPr>
          <p:cNvPr id="26" name="Google Shape;284;p30">
            <a:extLst>
              <a:ext uri="{FF2B5EF4-FFF2-40B4-BE49-F238E27FC236}">
                <a16:creationId xmlns:a16="http://schemas.microsoft.com/office/drawing/2014/main" id="{35A3A9E6-6E0D-AB58-632C-15B1A45D7B6D}"/>
              </a:ext>
            </a:extLst>
          </p:cNvPr>
          <p:cNvGrpSpPr/>
          <p:nvPr/>
        </p:nvGrpSpPr>
        <p:grpSpPr>
          <a:xfrm>
            <a:off x="1342410" y="650129"/>
            <a:ext cx="384801" cy="1462257"/>
            <a:chOff x="1006700" y="2603975"/>
            <a:chExt cx="55450" cy="210700"/>
          </a:xfrm>
        </p:grpSpPr>
        <p:sp>
          <p:nvSpPr>
            <p:cNvPr id="27" name="Google Shape;285;p30">
              <a:extLst>
                <a:ext uri="{FF2B5EF4-FFF2-40B4-BE49-F238E27FC236}">
                  <a16:creationId xmlns:a16="http://schemas.microsoft.com/office/drawing/2014/main" id="{36D36515-1D64-615F-4D2D-5E81EF1A5638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" name="Google Shape;286;p30">
              <a:extLst>
                <a:ext uri="{FF2B5EF4-FFF2-40B4-BE49-F238E27FC236}">
                  <a16:creationId xmlns:a16="http://schemas.microsoft.com/office/drawing/2014/main" id="{89142A80-2408-0DEF-2924-2B51CC12719C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" name="Google Shape;287;p30">
              <a:extLst>
                <a:ext uri="{FF2B5EF4-FFF2-40B4-BE49-F238E27FC236}">
                  <a16:creationId xmlns:a16="http://schemas.microsoft.com/office/drawing/2014/main" id="{F1ACB421-E2F8-6712-07FC-6760252AE6E2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0" name="Google Shape;288;p30">
              <a:extLst>
                <a:ext uri="{FF2B5EF4-FFF2-40B4-BE49-F238E27FC236}">
                  <a16:creationId xmlns:a16="http://schemas.microsoft.com/office/drawing/2014/main" id="{109D184D-7333-2AEF-C45A-1ED65AF16DF5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1" name="Google Shape;289;p30">
              <a:extLst>
                <a:ext uri="{FF2B5EF4-FFF2-40B4-BE49-F238E27FC236}">
                  <a16:creationId xmlns:a16="http://schemas.microsoft.com/office/drawing/2014/main" id="{AE23A583-070B-5D7D-69A5-47C16C22BD2C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2" name="Google Shape;290;p30">
              <a:extLst>
                <a:ext uri="{FF2B5EF4-FFF2-40B4-BE49-F238E27FC236}">
                  <a16:creationId xmlns:a16="http://schemas.microsoft.com/office/drawing/2014/main" id="{C7D335A3-04FB-7974-7467-79E2D7F8F32F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3" name="Google Shape;298;p30">
            <a:extLst>
              <a:ext uri="{FF2B5EF4-FFF2-40B4-BE49-F238E27FC236}">
                <a16:creationId xmlns:a16="http://schemas.microsoft.com/office/drawing/2014/main" id="{43E03CE2-60C0-8CE5-5841-515F630D578A}"/>
              </a:ext>
            </a:extLst>
          </p:cNvPr>
          <p:cNvGrpSpPr/>
          <p:nvPr/>
        </p:nvGrpSpPr>
        <p:grpSpPr>
          <a:xfrm>
            <a:off x="734833" y="4839603"/>
            <a:ext cx="1571516" cy="1462255"/>
            <a:chOff x="827350" y="3629733"/>
            <a:chExt cx="1431600" cy="1332067"/>
          </a:xfrm>
        </p:grpSpPr>
        <p:sp>
          <p:nvSpPr>
            <p:cNvPr id="34" name="Google Shape;299;p30">
              <a:extLst>
                <a:ext uri="{FF2B5EF4-FFF2-40B4-BE49-F238E27FC236}">
                  <a16:creationId xmlns:a16="http://schemas.microsoft.com/office/drawing/2014/main" id="{3C10D9F4-4006-65AB-7E0B-EB6769C8FF4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5" name="Google Shape;300;p30">
              <a:extLst>
                <a:ext uri="{FF2B5EF4-FFF2-40B4-BE49-F238E27FC236}">
                  <a16:creationId xmlns:a16="http://schemas.microsoft.com/office/drawing/2014/main" id="{E79AD7A7-99E1-EDF7-BE97-27A62D998413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Google Shape;301;p30">
              <a:extLst>
                <a:ext uri="{FF2B5EF4-FFF2-40B4-BE49-F238E27FC236}">
                  <a16:creationId xmlns:a16="http://schemas.microsoft.com/office/drawing/2014/main" id="{B3049AA9-7E7A-BFE9-9CD3-BF118EC390CE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7" name="Google Shape;302;p30">
            <a:extLst>
              <a:ext uri="{FF2B5EF4-FFF2-40B4-BE49-F238E27FC236}">
                <a16:creationId xmlns:a16="http://schemas.microsoft.com/office/drawing/2014/main" id="{EB2595E9-2949-510C-44AE-FACBD8705FE5}"/>
              </a:ext>
            </a:extLst>
          </p:cNvPr>
          <p:cNvGrpSpPr/>
          <p:nvPr/>
        </p:nvGrpSpPr>
        <p:grpSpPr>
          <a:xfrm>
            <a:off x="430136" y="3870413"/>
            <a:ext cx="1041632" cy="969212"/>
            <a:chOff x="827350" y="3629733"/>
            <a:chExt cx="1431600" cy="1332067"/>
          </a:xfrm>
        </p:grpSpPr>
        <p:sp>
          <p:nvSpPr>
            <p:cNvPr id="38" name="Google Shape;303;p30">
              <a:extLst>
                <a:ext uri="{FF2B5EF4-FFF2-40B4-BE49-F238E27FC236}">
                  <a16:creationId xmlns:a16="http://schemas.microsoft.com/office/drawing/2014/main" id="{6248E4AD-D3F1-F345-6038-40100634779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9" name="Google Shape;304;p30">
              <a:extLst>
                <a:ext uri="{FF2B5EF4-FFF2-40B4-BE49-F238E27FC236}">
                  <a16:creationId xmlns:a16="http://schemas.microsoft.com/office/drawing/2014/main" id="{24D3946A-1CBA-EF92-D093-FC1B97D3E78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Google Shape;305;p30">
              <a:extLst>
                <a:ext uri="{FF2B5EF4-FFF2-40B4-BE49-F238E27FC236}">
                  <a16:creationId xmlns:a16="http://schemas.microsoft.com/office/drawing/2014/main" id="{ADF561B3-0F46-61F8-B5EA-958E84DE559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41" name="Google Shape;306;p30">
            <a:extLst>
              <a:ext uri="{FF2B5EF4-FFF2-40B4-BE49-F238E27FC236}">
                <a16:creationId xmlns:a16="http://schemas.microsoft.com/office/drawing/2014/main" id="{FE9BF60C-259B-6C2D-39D9-ECA48C901CD1}"/>
              </a:ext>
            </a:extLst>
          </p:cNvPr>
          <p:cNvGrpSpPr/>
          <p:nvPr/>
        </p:nvGrpSpPr>
        <p:grpSpPr>
          <a:xfrm>
            <a:off x="2421586" y="5859798"/>
            <a:ext cx="475100" cy="442069"/>
            <a:chOff x="827350" y="3629733"/>
            <a:chExt cx="1431600" cy="1332067"/>
          </a:xfrm>
        </p:grpSpPr>
        <p:sp>
          <p:nvSpPr>
            <p:cNvPr id="42" name="Google Shape;307;p30">
              <a:extLst>
                <a:ext uri="{FF2B5EF4-FFF2-40B4-BE49-F238E27FC236}">
                  <a16:creationId xmlns:a16="http://schemas.microsoft.com/office/drawing/2014/main" id="{8E48B295-0851-B73C-81E8-7D961AFCCE1F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3" name="Google Shape;308;p30">
              <a:extLst>
                <a:ext uri="{FF2B5EF4-FFF2-40B4-BE49-F238E27FC236}">
                  <a16:creationId xmlns:a16="http://schemas.microsoft.com/office/drawing/2014/main" id="{6405290F-5986-6F51-753E-5D7DC71929AD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4" name="Google Shape;309;p30">
              <a:extLst>
                <a:ext uri="{FF2B5EF4-FFF2-40B4-BE49-F238E27FC236}">
                  <a16:creationId xmlns:a16="http://schemas.microsoft.com/office/drawing/2014/main" id="{77E6AF5F-9519-D000-7302-1C5E534BE3B3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pic>
        <p:nvPicPr>
          <p:cNvPr id="45" name="Image 44">
            <a:extLst>
              <a:ext uri="{FF2B5EF4-FFF2-40B4-BE49-F238E27FC236}">
                <a16:creationId xmlns:a16="http://schemas.microsoft.com/office/drawing/2014/main" id="{DF0DD222-7C51-FFCE-C34E-1BF42AC9D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692" y="3026496"/>
            <a:ext cx="1679208" cy="1679208"/>
          </a:xfrm>
          <a:prstGeom prst="rect">
            <a:avLst/>
          </a:prstGeom>
        </p:spPr>
      </p:pic>
      <p:sp>
        <p:nvSpPr>
          <p:cNvPr id="46" name="Ellipse 45">
            <a:extLst>
              <a:ext uri="{FF2B5EF4-FFF2-40B4-BE49-F238E27FC236}">
                <a16:creationId xmlns:a16="http://schemas.microsoft.com/office/drawing/2014/main" id="{F83D0601-6656-61D4-8D71-CF36726B41EB}"/>
              </a:ext>
            </a:extLst>
          </p:cNvPr>
          <p:cNvSpPr/>
          <p:nvPr/>
        </p:nvSpPr>
        <p:spPr>
          <a:xfrm>
            <a:off x="1623931" y="2906100"/>
            <a:ext cx="1920000" cy="1920000"/>
          </a:xfrm>
          <a:prstGeom prst="ellipse">
            <a:avLst/>
          </a:prstGeom>
          <a:noFill/>
          <a:ln w="444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FDDAE7DD-85A3-2743-F91F-17D2F453AE95}"/>
              </a:ext>
            </a:extLst>
          </p:cNvPr>
          <p:cNvSpPr/>
          <p:nvPr/>
        </p:nvSpPr>
        <p:spPr>
          <a:xfrm>
            <a:off x="1933459" y="3227461"/>
            <a:ext cx="1296000" cy="1296000"/>
          </a:xfrm>
          <a:prstGeom prst="ellipse">
            <a:avLst/>
          </a:prstGeom>
          <a:noFill/>
          <a:ln w="444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47722" y="2016092"/>
              <a:ext cx="4783107" cy="3260633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783107" cy="326063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988450" ay="3943343" az="9123593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88597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347722" y="2016092"/>
                <a:ext cx="4783107" cy="3260633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ZoneTexte 23">
            <a:extLst>
              <a:ext uri="{FF2B5EF4-FFF2-40B4-BE49-F238E27FC236}">
                <a16:creationId xmlns:a16="http://schemas.microsoft.com/office/drawing/2014/main" id="{71C4CD3E-19E2-4D53-B2A5-F2C37CA7D1E3}"/>
              </a:ext>
            </a:extLst>
          </p:cNvPr>
          <p:cNvSpPr txBox="1"/>
          <p:nvPr/>
        </p:nvSpPr>
        <p:spPr>
          <a:xfrm>
            <a:off x="5792276" y="2727145"/>
            <a:ext cx="56610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defTabSz="1219170"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No fast or real-time method to assess indoor air quality</a:t>
            </a:r>
          </a:p>
          <a:p>
            <a:pPr marL="457200" lvl="0" indent="-457200" defTabSz="1219170"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People rely on feelings/experience → risk of late detection</a:t>
            </a:r>
          </a:p>
          <a:p>
            <a:pPr marL="457200" lvl="0" indent="-457200" defTabSz="1219170"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Air quality affected by humidity, CO₂, temperature, occupancy</a:t>
            </a:r>
          </a:p>
          <a:p>
            <a:pPr marL="457200" lvl="0" indent="-457200" defTabSz="1219170"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Unsafe conditions cannot be predicted early</a:t>
            </a:r>
          </a:p>
        </p:txBody>
      </p:sp>
    </p:spTree>
    <p:extLst>
      <p:ext uri="{BB962C8B-B14F-4D97-AF65-F5344CB8AC3E}">
        <p14:creationId xmlns:p14="http://schemas.microsoft.com/office/powerpoint/2010/main" val="4210761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5211F0F6-A632-A00E-2941-24C5220F494F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1847" t="10080"/>
          <a:stretch/>
        </p:blipFill>
        <p:spPr>
          <a:xfrm>
            <a:off x="0" y="-195868"/>
            <a:ext cx="8011632" cy="505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E05C4C6D-2D8D-9E2B-5D19-F1AD0BBC6B54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5261" t="6068"/>
          <a:stretch/>
        </p:blipFill>
        <p:spPr>
          <a:xfrm rot="-10799997">
            <a:off x="5831428" y="2463904"/>
            <a:ext cx="6883403" cy="47243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291;p30">
            <a:extLst>
              <a:ext uri="{FF2B5EF4-FFF2-40B4-BE49-F238E27FC236}">
                <a16:creationId xmlns:a16="http://schemas.microsoft.com/office/drawing/2014/main" id="{D2491D4E-A509-942E-0114-7BEEA8C1DB76}"/>
              </a:ext>
            </a:extLst>
          </p:cNvPr>
          <p:cNvGrpSpPr/>
          <p:nvPr/>
        </p:nvGrpSpPr>
        <p:grpSpPr>
          <a:xfrm rot="5400000">
            <a:off x="10359410" y="5209029"/>
            <a:ext cx="384801" cy="1462257"/>
            <a:chOff x="1006700" y="2603975"/>
            <a:chExt cx="55450" cy="210700"/>
          </a:xfrm>
        </p:grpSpPr>
        <p:sp>
          <p:nvSpPr>
            <p:cNvPr id="6" name="Google Shape;292;p30">
              <a:extLst>
                <a:ext uri="{FF2B5EF4-FFF2-40B4-BE49-F238E27FC236}">
                  <a16:creationId xmlns:a16="http://schemas.microsoft.com/office/drawing/2014/main" id="{AB681EB5-43D3-6F04-EFF4-45DC579D8359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" name="Google Shape;293;p30">
              <a:extLst>
                <a:ext uri="{FF2B5EF4-FFF2-40B4-BE49-F238E27FC236}">
                  <a16:creationId xmlns:a16="http://schemas.microsoft.com/office/drawing/2014/main" id="{C09B93FB-0C86-E2FF-373A-C8F9541F8EA6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8" name="Google Shape;294;p30">
              <a:extLst>
                <a:ext uri="{FF2B5EF4-FFF2-40B4-BE49-F238E27FC236}">
                  <a16:creationId xmlns:a16="http://schemas.microsoft.com/office/drawing/2014/main" id="{60634A43-76E0-7630-72BA-C47C08FDD611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" name="Google Shape;295;p30">
              <a:extLst>
                <a:ext uri="{FF2B5EF4-FFF2-40B4-BE49-F238E27FC236}">
                  <a16:creationId xmlns:a16="http://schemas.microsoft.com/office/drawing/2014/main" id="{1B903353-D970-7B15-8BAD-BC79DA74D28C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0" name="Google Shape;296;p30">
              <a:extLst>
                <a:ext uri="{FF2B5EF4-FFF2-40B4-BE49-F238E27FC236}">
                  <a16:creationId xmlns:a16="http://schemas.microsoft.com/office/drawing/2014/main" id="{37A3C4FB-6CA6-8838-9914-749D3974CD7C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Google Shape;297;p30">
              <a:extLst>
                <a:ext uri="{FF2B5EF4-FFF2-40B4-BE49-F238E27FC236}">
                  <a16:creationId xmlns:a16="http://schemas.microsoft.com/office/drawing/2014/main" id="{36A7577C-A1D4-EEAD-7664-F3AF7C7F88AC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2" name="Google Shape;310;p30">
            <a:extLst>
              <a:ext uri="{FF2B5EF4-FFF2-40B4-BE49-F238E27FC236}">
                <a16:creationId xmlns:a16="http://schemas.microsoft.com/office/drawing/2014/main" id="{876A2C92-34FA-E68B-EDAF-356A12205B08}"/>
              </a:ext>
            </a:extLst>
          </p:cNvPr>
          <p:cNvGrpSpPr/>
          <p:nvPr/>
        </p:nvGrpSpPr>
        <p:grpSpPr>
          <a:xfrm rot="14812035">
            <a:off x="9955002" y="292951"/>
            <a:ext cx="1193573" cy="1110589"/>
            <a:chOff x="827350" y="3629733"/>
            <a:chExt cx="1431600" cy="1332067"/>
          </a:xfrm>
        </p:grpSpPr>
        <p:sp>
          <p:nvSpPr>
            <p:cNvPr id="13" name="Google Shape;311;p30">
              <a:extLst>
                <a:ext uri="{FF2B5EF4-FFF2-40B4-BE49-F238E27FC236}">
                  <a16:creationId xmlns:a16="http://schemas.microsoft.com/office/drawing/2014/main" id="{881B927B-F774-D8DA-B786-95CD2852AFF5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Google Shape;312;p30">
              <a:extLst>
                <a:ext uri="{FF2B5EF4-FFF2-40B4-BE49-F238E27FC236}">
                  <a16:creationId xmlns:a16="http://schemas.microsoft.com/office/drawing/2014/main" id="{D90DF374-FBBA-79AB-A13F-6F508A69F9D8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Google Shape;313;p30">
              <a:extLst>
                <a:ext uri="{FF2B5EF4-FFF2-40B4-BE49-F238E27FC236}">
                  <a16:creationId xmlns:a16="http://schemas.microsoft.com/office/drawing/2014/main" id="{8ADD0847-504F-EFCB-D90C-B3456586492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6" name="Google Shape;314;p30">
            <a:extLst>
              <a:ext uri="{FF2B5EF4-FFF2-40B4-BE49-F238E27FC236}">
                <a16:creationId xmlns:a16="http://schemas.microsoft.com/office/drawing/2014/main" id="{118E42FE-3C6B-82C1-69F4-4562366206F6}"/>
              </a:ext>
            </a:extLst>
          </p:cNvPr>
          <p:cNvGrpSpPr/>
          <p:nvPr/>
        </p:nvGrpSpPr>
        <p:grpSpPr>
          <a:xfrm>
            <a:off x="10841711" y="1420954"/>
            <a:ext cx="798643" cy="743116"/>
            <a:chOff x="827350" y="3629733"/>
            <a:chExt cx="1431600" cy="1332067"/>
          </a:xfrm>
        </p:grpSpPr>
        <p:sp>
          <p:nvSpPr>
            <p:cNvPr id="17" name="Google Shape;315;p30">
              <a:extLst>
                <a:ext uri="{FF2B5EF4-FFF2-40B4-BE49-F238E27FC236}">
                  <a16:creationId xmlns:a16="http://schemas.microsoft.com/office/drawing/2014/main" id="{E2EB4F9C-73F0-288F-713A-F60C533534ED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8" name="Google Shape;316;p30">
              <a:extLst>
                <a:ext uri="{FF2B5EF4-FFF2-40B4-BE49-F238E27FC236}">
                  <a16:creationId xmlns:a16="http://schemas.microsoft.com/office/drawing/2014/main" id="{97979220-0805-7775-89AE-D80C0D85FF5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Google Shape;317;p30">
              <a:extLst>
                <a:ext uri="{FF2B5EF4-FFF2-40B4-BE49-F238E27FC236}">
                  <a16:creationId xmlns:a16="http://schemas.microsoft.com/office/drawing/2014/main" id="{A1C1A7A5-E161-2B04-DEF6-C59F5A5AE56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0" name="Google Shape;318;p30">
            <a:extLst>
              <a:ext uri="{FF2B5EF4-FFF2-40B4-BE49-F238E27FC236}">
                <a16:creationId xmlns:a16="http://schemas.microsoft.com/office/drawing/2014/main" id="{8FD18C2D-8903-565E-6E32-3AE50D6B597F}"/>
              </a:ext>
            </a:extLst>
          </p:cNvPr>
          <p:cNvGrpSpPr/>
          <p:nvPr/>
        </p:nvGrpSpPr>
        <p:grpSpPr>
          <a:xfrm rot="5400000">
            <a:off x="9201641" y="827560"/>
            <a:ext cx="619024" cy="575985"/>
            <a:chOff x="827350" y="3629733"/>
            <a:chExt cx="1431600" cy="1332067"/>
          </a:xfrm>
        </p:grpSpPr>
        <p:sp>
          <p:nvSpPr>
            <p:cNvPr id="21" name="Google Shape;319;p30">
              <a:extLst>
                <a:ext uri="{FF2B5EF4-FFF2-40B4-BE49-F238E27FC236}">
                  <a16:creationId xmlns:a16="http://schemas.microsoft.com/office/drawing/2014/main" id="{3D1A5D31-FF03-39A9-AEEC-ADC7F98ED218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2" name="Google Shape;320;p30">
              <a:extLst>
                <a:ext uri="{FF2B5EF4-FFF2-40B4-BE49-F238E27FC236}">
                  <a16:creationId xmlns:a16="http://schemas.microsoft.com/office/drawing/2014/main" id="{B39BCDDD-1DE4-F487-2ED6-5371F47525AA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3" name="Google Shape;321;p30">
              <a:extLst>
                <a:ext uri="{FF2B5EF4-FFF2-40B4-BE49-F238E27FC236}">
                  <a16:creationId xmlns:a16="http://schemas.microsoft.com/office/drawing/2014/main" id="{251A564F-C417-5E3E-AB68-AA847348382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24" name="ZoneTexte 23">
            <a:extLst>
              <a:ext uri="{FF2B5EF4-FFF2-40B4-BE49-F238E27FC236}">
                <a16:creationId xmlns:a16="http://schemas.microsoft.com/office/drawing/2014/main" id="{31A2AE79-CC9C-8043-7B32-8A0A8D7DE6A5}"/>
              </a:ext>
            </a:extLst>
          </p:cNvPr>
          <p:cNvSpPr txBox="1"/>
          <p:nvPr/>
        </p:nvSpPr>
        <p:spPr>
          <a:xfrm>
            <a:off x="5235426" y="1831445"/>
            <a:ext cx="61022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219170" rtl="1">
              <a:buClr>
                <a:srgbClr val="000000"/>
              </a:buClr>
            </a:pPr>
            <a:r>
              <a:rPr lang="fr-FR" sz="40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Why AI?</a:t>
            </a:r>
            <a:endParaRPr kumimoji="0" lang="fr-FR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Arial"/>
            </a:endParaRPr>
          </a:p>
        </p:txBody>
      </p:sp>
      <p:grpSp>
        <p:nvGrpSpPr>
          <p:cNvPr id="26" name="Google Shape;284;p30">
            <a:extLst>
              <a:ext uri="{FF2B5EF4-FFF2-40B4-BE49-F238E27FC236}">
                <a16:creationId xmlns:a16="http://schemas.microsoft.com/office/drawing/2014/main" id="{35A3A9E6-6E0D-AB58-632C-15B1A45D7B6D}"/>
              </a:ext>
            </a:extLst>
          </p:cNvPr>
          <p:cNvGrpSpPr/>
          <p:nvPr/>
        </p:nvGrpSpPr>
        <p:grpSpPr>
          <a:xfrm>
            <a:off x="1342410" y="650129"/>
            <a:ext cx="384801" cy="1462257"/>
            <a:chOff x="1006700" y="2603975"/>
            <a:chExt cx="55450" cy="210700"/>
          </a:xfrm>
        </p:grpSpPr>
        <p:sp>
          <p:nvSpPr>
            <p:cNvPr id="27" name="Google Shape;285;p30">
              <a:extLst>
                <a:ext uri="{FF2B5EF4-FFF2-40B4-BE49-F238E27FC236}">
                  <a16:creationId xmlns:a16="http://schemas.microsoft.com/office/drawing/2014/main" id="{36D36515-1D64-615F-4D2D-5E81EF1A5638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" name="Google Shape;286;p30">
              <a:extLst>
                <a:ext uri="{FF2B5EF4-FFF2-40B4-BE49-F238E27FC236}">
                  <a16:creationId xmlns:a16="http://schemas.microsoft.com/office/drawing/2014/main" id="{89142A80-2408-0DEF-2924-2B51CC12719C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" name="Google Shape;287;p30">
              <a:extLst>
                <a:ext uri="{FF2B5EF4-FFF2-40B4-BE49-F238E27FC236}">
                  <a16:creationId xmlns:a16="http://schemas.microsoft.com/office/drawing/2014/main" id="{F1ACB421-E2F8-6712-07FC-6760252AE6E2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0" name="Google Shape;288;p30">
              <a:extLst>
                <a:ext uri="{FF2B5EF4-FFF2-40B4-BE49-F238E27FC236}">
                  <a16:creationId xmlns:a16="http://schemas.microsoft.com/office/drawing/2014/main" id="{109D184D-7333-2AEF-C45A-1ED65AF16DF5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1" name="Google Shape;289;p30">
              <a:extLst>
                <a:ext uri="{FF2B5EF4-FFF2-40B4-BE49-F238E27FC236}">
                  <a16:creationId xmlns:a16="http://schemas.microsoft.com/office/drawing/2014/main" id="{AE23A583-070B-5D7D-69A5-47C16C22BD2C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2" name="Google Shape;290;p30">
              <a:extLst>
                <a:ext uri="{FF2B5EF4-FFF2-40B4-BE49-F238E27FC236}">
                  <a16:creationId xmlns:a16="http://schemas.microsoft.com/office/drawing/2014/main" id="{C7D335A3-04FB-7974-7467-79E2D7F8F32F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3" name="Google Shape;298;p30">
            <a:extLst>
              <a:ext uri="{FF2B5EF4-FFF2-40B4-BE49-F238E27FC236}">
                <a16:creationId xmlns:a16="http://schemas.microsoft.com/office/drawing/2014/main" id="{43E03CE2-60C0-8CE5-5841-515F630D578A}"/>
              </a:ext>
            </a:extLst>
          </p:cNvPr>
          <p:cNvGrpSpPr/>
          <p:nvPr/>
        </p:nvGrpSpPr>
        <p:grpSpPr>
          <a:xfrm>
            <a:off x="734833" y="4839603"/>
            <a:ext cx="1571516" cy="1462255"/>
            <a:chOff x="827350" y="3629733"/>
            <a:chExt cx="1431600" cy="1332067"/>
          </a:xfrm>
        </p:grpSpPr>
        <p:sp>
          <p:nvSpPr>
            <p:cNvPr id="34" name="Google Shape;299;p30">
              <a:extLst>
                <a:ext uri="{FF2B5EF4-FFF2-40B4-BE49-F238E27FC236}">
                  <a16:creationId xmlns:a16="http://schemas.microsoft.com/office/drawing/2014/main" id="{3C10D9F4-4006-65AB-7E0B-EB6769C8FF4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5" name="Google Shape;300;p30">
              <a:extLst>
                <a:ext uri="{FF2B5EF4-FFF2-40B4-BE49-F238E27FC236}">
                  <a16:creationId xmlns:a16="http://schemas.microsoft.com/office/drawing/2014/main" id="{E79AD7A7-99E1-EDF7-BE97-27A62D998413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Google Shape;301;p30">
              <a:extLst>
                <a:ext uri="{FF2B5EF4-FFF2-40B4-BE49-F238E27FC236}">
                  <a16:creationId xmlns:a16="http://schemas.microsoft.com/office/drawing/2014/main" id="{B3049AA9-7E7A-BFE9-9CD3-BF118EC390CE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7" name="Google Shape;302;p30">
            <a:extLst>
              <a:ext uri="{FF2B5EF4-FFF2-40B4-BE49-F238E27FC236}">
                <a16:creationId xmlns:a16="http://schemas.microsoft.com/office/drawing/2014/main" id="{EB2595E9-2949-510C-44AE-FACBD8705FE5}"/>
              </a:ext>
            </a:extLst>
          </p:cNvPr>
          <p:cNvGrpSpPr/>
          <p:nvPr/>
        </p:nvGrpSpPr>
        <p:grpSpPr>
          <a:xfrm>
            <a:off x="430136" y="3870413"/>
            <a:ext cx="1041632" cy="969212"/>
            <a:chOff x="827350" y="3629733"/>
            <a:chExt cx="1431600" cy="1332067"/>
          </a:xfrm>
        </p:grpSpPr>
        <p:sp>
          <p:nvSpPr>
            <p:cNvPr id="38" name="Google Shape;303;p30">
              <a:extLst>
                <a:ext uri="{FF2B5EF4-FFF2-40B4-BE49-F238E27FC236}">
                  <a16:creationId xmlns:a16="http://schemas.microsoft.com/office/drawing/2014/main" id="{6248E4AD-D3F1-F345-6038-40100634779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9" name="Google Shape;304;p30">
              <a:extLst>
                <a:ext uri="{FF2B5EF4-FFF2-40B4-BE49-F238E27FC236}">
                  <a16:creationId xmlns:a16="http://schemas.microsoft.com/office/drawing/2014/main" id="{24D3946A-1CBA-EF92-D093-FC1B97D3E78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Google Shape;305;p30">
              <a:extLst>
                <a:ext uri="{FF2B5EF4-FFF2-40B4-BE49-F238E27FC236}">
                  <a16:creationId xmlns:a16="http://schemas.microsoft.com/office/drawing/2014/main" id="{ADF561B3-0F46-61F8-B5EA-958E84DE559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41" name="Google Shape;306;p30">
            <a:extLst>
              <a:ext uri="{FF2B5EF4-FFF2-40B4-BE49-F238E27FC236}">
                <a16:creationId xmlns:a16="http://schemas.microsoft.com/office/drawing/2014/main" id="{FE9BF60C-259B-6C2D-39D9-ECA48C901CD1}"/>
              </a:ext>
            </a:extLst>
          </p:cNvPr>
          <p:cNvGrpSpPr/>
          <p:nvPr/>
        </p:nvGrpSpPr>
        <p:grpSpPr>
          <a:xfrm>
            <a:off x="2421586" y="5859798"/>
            <a:ext cx="475100" cy="442069"/>
            <a:chOff x="827350" y="3629733"/>
            <a:chExt cx="1431600" cy="1332067"/>
          </a:xfrm>
        </p:grpSpPr>
        <p:sp>
          <p:nvSpPr>
            <p:cNvPr id="42" name="Google Shape;307;p30">
              <a:extLst>
                <a:ext uri="{FF2B5EF4-FFF2-40B4-BE49-F238E27FC236}">
                  <a16:creationId xmlns:a16="http://schemas.microsoft.com/office/drawing/2014/main" id="{8E48B295-0851-B73C-81E8-7D961AFCCE1F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3" name="Google Shape;308;p30">
              <a:extLst>
                <a:ext uri="{FF2B5EF4-FFF2-40B4-BE49-F238E27FC236}">
                  <a16:creationId xmlns:a16="http://schemas.microsoft.com/office/drawing/2014/main" id="{6405290F-5986-6F51-753E-5D7DC71929AD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4" name="Google Shape;309;p30">
              <a:extLst>
                <a:ext uri="{FF2B5EF4-FFF2-40B4-BE49-F238E27FC236}">
                  <a16:creationId xmlns:a16="http://schemas.microsoft.com/office/drawing/2014/main" id="{77E6AF5F-9519-D000-7302-1C5E534BE3B3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47722" y="2016092"/>
              <a:ext cx="4783107" cy="326063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83107" cy="326063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988450" ay="3943343" az="912359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8597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347722" y="2016092"/>
                <a:ext cx="4783107" cy="3260633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ZoneTexte 23">
            <a:extLst>
              <a:ext uri="{FF2B5EF4-FFF2-40B4-BE49-F238E27FC236}">
                <a16:creationId xmlns:a16="http://schemas.microsoft.com/office/drawing/2014/main" id="{71C4CD3E-19E2-4D53-B2A5-F2C37CA7D1E3}"/>
              </a:ext>
            </a:extLst>
          </p:cNvPr>
          <p:cNvSpPr txBox="1"/>
          <p:nvPr/>
        </p:nvSpPr>
        <p:spPr>
          <a:xfrm>
            <a:off x="5676715" y="2704723"/>
            <a:ext cx="566101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1219170">
              <a:lnSpc>
                <a:spcPct val="15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Complex, dynamic environment</a:t>
            </a:r>
          </a:p>
          <a:p>
            <a:pPr marL="342900" lvl="0" indent="-342900" defTabSz="1219170">
              <a:lnSpc>
                <a:spcPct val="15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Real-time analysis</a:t>
            </a:r>
          </a:p>
          <a:p>
            <a:pPr marL="342900" lvl="0" indent="-342900" defTabSz="1219170">
              <a:lnSpc>
                <a:spcPct val="15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Predictive capabilities</a:t>
            </a:r>
          </a:p>
          <a:p>
            <a:pPr marL="342900" lvl="0" indent="-342900" defTabSz="1219170">
              <a:lnSpc>
                <a:spcPct val="15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Personalized recommendations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E94B98-A9F9-4F05-A04C-D03A481BF591}"/>
              </a:ext>
            </a:extLst>
          </p:cNvPr>
          <p:cNvSpPr/>
          <p:nvPr/>
        </p:nvSpPr>
        <p:spPr>
          <a:xfrm>
            <a:off x="2110560" y="2100243"/>
            <a:ext cx="3221658" cy="3221658"/>
          </a:xfrm>
          <a:prstGeom prst="ellipse">
            <a:avLst/>
          </a:prstGeom>
          <a:blipFill dpi="0" rotWithShape="0">
            <a:blip r:embed="rId5"/>
            <a:srcRect/>
            <a:stretch>
              <a:fillRect/>
            </a:stretch>
          </a:blip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14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5211F0F6-A632-A00E-2941-24C5220F494F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1847" t="10080"/>
          <a:stretch/>
        </p:blipFill>
        <p:spPr>
          <a:xfrm>
            <a:off x="0" y="-195868"/>
            <a:ext cx="8011632" cy="505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E05C4C6D-2D8D-9E2B-5D19-F1AD0BBC6B54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5261" t="6068"/>
          <a:stretch/>
        </p:blipFill>
        <p:spPr>
          <a:xfrm rot="-10799997">
            <a:off x="5831428" y="2463904"/>
            <a:ext cx="6883403" cy="47243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291;p30">
            <a:extLst>
              <a:ext uri="{FF2B5EF4-FFF2-40B4-BE49-F238E27FC236}">
                <a16:creationId xmlns:a16="http://schemas.microsoft.com/office/drawing/2014/main" id="{D2491D4E-A509-942E-0114-7BEEA8C1DB76}"/>
              </a:ext>
            </a:extLst>
          </p:cNvPr>
          <p:cNvGrpSpPr/>
          <p:nvPr/>
        </p:nvGrpSpPr>
        <p:grpSpPr>
          <a:xfrm rot="5400000">
            <a:off x="10359410" y="5209029"/>
            <a:ext cx="384801" cy="1462257"/>
            <a:chOff x="1006700" y="2603975"/>
            <a:chExt cx="55450" cy="210700"/>
          </a:xfrm>
        </p:grpSpPr>
        <p:sp>
          <p:nvSpPr>
            <p:cNvPr id="6" name="Google Shape;292;p30">
              <a:extLst>
                <a:ext uri="{FF2B5EF4-FFF2-40B4-BE49-F238E27FC236}">
                  <a16:creationId xmlns:a16="http://schemas.microsoft.com/office/drawing/2014/main" id="{AB681EB5-43D3-6F04-EFF4-45DC579D8359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" name="Google Shape;293;p30">
              <a:extLst>
                <a:ext uri="{FF2B5EF4-FFF2-40B4-BE49-F238E27FC236}">
                  <a16:creationId xmlns:a16="http://schemas.microsoft.com/office/drawing/2014/main" id="{C09B93FB-0C86-E2FF-373A-C8F9541F8EA6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8" name="Google Shape;294;p30">
              <a:extLst>
                <a:ext uri="{FF2B5EF4-FFF2-40B4-BE49-F238E27FC236}">
                  <a16:creationId xmlns:a16="http://schemas.microsoft.com/office/drawing/2014/main" id="{60634A43-76E0-7630-72BA-C47C08FDD611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" name="Google Shape;295;p30">
              <a:extLst>
                <a:ext uri="{FF2B5EF4-FFF2-40B4-BE49-F238E27FC236}">
                  <a16:creationId xmlns:a16="http://schemas.microsoft.com/office/drawing/2014/main" id="{1B903353-D970-7B15-8BAD-BC79DA74D28C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0" name="Google Shape;296;p30">
              <a:extLst>
                <a:ext uri="{FF2B5EF4-FFF2-40B4-BE49-F238E27FC236}">
                  <a16:creationId xmlns:a16="http://schemas.microsoft.com/office/drawing/2014/main" id="{37A3C4FB-6CA6-8838-9914-749D3974CD7C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Google Shape;297;p30">
              <a:extLst>
                <a:ext uri="{FF2B5EF4-FFF2-40B4-BE49-F238E27FC236}">
                  <a16:creationId xmlns:a16="http://schemas.microsoft.com/office/drawing/2014/main" id="{36A7577C-A1D4-EEAD-7664-F3AF7C7F88AC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2" name="Google Shape;310;p30">
            <a:extLst>
              <a:ext uri="{FF2B5EF4-FFF2-40B4-BE49-F238E27FC236}">
                <a16:creationId xmlns:a16="http://schemas.microsoft.com/office/drawing/2014/main" id="{876A2C92-34FA-E68B-EDAF-356A12205B08}"/>
              </a:ext>
            </a:extLst>
          </p:cNvPr>
          <p:cNvGrpSpPr/>
          <p:nvPr/>
        </p:nvGrpSpPr>
        <p:grpSpPr>
          <a:xfrm rot="14812035">
            <a:off x="9955002" y="292951"/>
            <a:ext cx="1193573" cy="1110589"/>
            <a:chOff x="827350" y="3629733"/>
            <a:chExt cx="1431600" cy="1332067"/>
          </a:xfrm>
        </p:grpSpPr>
        <p:sp>
          <p:nvSpPr>
            <p:cNvPr id="13" name="Google Shape;311;p30">
              <a:extLst>
                <a:ext uri="{FF2B5EF4-FFF2-40B4-BE49-F238E27FC236}">
                  <a16:creationId xmlns:a16="http://schemas.microsoft.com/office/drawing/2014/main" id="{881B927B-F774-D8DA-B786-95CD2852AFF5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Google Shape;312;p30">
              <a:extLst>
                <a:ext uri="{FF2B5EF4-FFF2-40B4-BE49-F238E27FC236}">
                  <a16:creationId xmlns:a16="http://schemas.microsoft.com/office/drawing/2014/main" id="{D90DF374-FBBA-79AB-A13F-6F508A69F9D8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Google Shape;313;p30">
              <a:extLst>
                <a:ext uri="{FF2B5EF4-FFF2-40B4-BE49-F238E27FC236}">
                  <a16:creationId xmlns:a16="http://schemas.microsoft.com/office/drawing/2014/main" id="{8ADD0847-504F-EFCB-D90C-B3456586492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6" name="Google Shape;314;p30">
            <a:extLst>
              <a:ext uri="{FF2B5EF4-FFF2-40B4-BE49-F238E27FC236}">
                <a16:creationId xmlns:a16="http://schemas.microsoft.com/office/drawing/2014/main" id="{118E42FE-3C6B-82C1-69F4-4562366206F6}"/>
              </a:ext>
            </a:extLst>
          </p:cNvPr>
          <p:cNvGrpSpPr/>
          <p:nvPr/>
        </p:nvGrpSpPr>
        <p:grpSpPr>
          <a:xfrm>
            <a:off x="10841711" y="1420954"/>
            <a:ext cx="798643" cy="743116"/>
            <a:chOff x="827350" y="3629733"/>
            <a:chExt cx="1431600" cy="1332067"/>
          </a:xfrm>
        </p:grpSpPr>
        <p:sp>
          <p:nvSpPr>
            <p:cNvPr id="17" name="Google Shape;315;p30">
              <a:extLst>
                <a:ext uri="{FF2B5EF4-FFF2-40B4-BE49-F238E27FC236}">
                  <a16:creationId xmlns:a16="http://schemas.microsoft.com/office/drawing/2014/main" id="{E2EB4F9C-73F0-288F-713A-F60C533534ED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8" name="Google Shape;316;p30">
              <a:extLst>
                <a:ext uri="{FF2B5EF4-FFF2-40B4-BE49-F238E27FC236}">
                  <a16:creationId xmlns:a16="http://schemas.microsoft.com/office/drawing/2014/main" id="{97979220-0805-7775-89AE-D80C0D85FF5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Google Shape;317;p30">
              <a:extLst>
                <a:ext uri="{FF2B5EF4-FFF2-40B4-BE49-F238E27FC236}">
                  <a16:creationId xmlns:a16="http://schemas.microsoft.com/office/drawing/2014/main" id="{A1C1A7A5-E161-2B04-DEF6-C59F5A5AE56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0" name="Google Shape;318;p30">
            <a:extLst>
              <a:ext uri="{FF2B5EF4-FFF2-40B4-BE49-F238E27FC236}">
                <a16:creationId xmlns:a16="http://schemas.microsoft.com/office/drawing/2014/main" id="{8FD18C2D-8903-565E-6E32-3AE50D6B597F}"/>
              </a:ext>
            </a:extLst>
          </p:cNvPr>
          <p:cNvGrpSpPr/>
          <p:nvPr/>
        </p:nvGrpSpPr>
        <p:grpSpPr>
          <a:xfrm rot="5400000">
            <a:off x="9201641" y="827560"/>
            <a:ext cx="619024" cy="575985"/>
            <a:chOff x="827350" y="3629733"/>
            <a:chExt cx="1431600" cy="1332067"/>
          </a:xfrm>
        </p:grpSpPr>
        <p:sp>
          <p:nvSpPr>
            <p:cNvPr id="21" name="Google Shape;319;p30">
              <a:extLst>
                <a:ext uri="{FF2B5EF4-FFF2-40B4-BE49-F238E27FC236}">
                  <a16:creationId xmlns:a16="http://schemas.microsoft.com/office/drawing/2014/main" id="{3D1A5D31-FF03-39A9-AEEC-ADC7F98ED218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2" name="Google Shape;320;p30">
              <a:extLst>
                <a:ext uri="{FF2B5EF4-FFF2-40B4-BE49-F238E27FC236}">
                  <a16:creationId xmlns:a16="http://schemas.microsoft.com/office/drawing/2014/main" id="{B39BCDDD-1DE4-F487-2ED6-5371F47525AA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3" name="Google Shape;321;p30">
              <a:extLst>
                <a:ext uri="{FF2B5EF4-FFF2-40B4-BE49-F238E27FC236}">
                  <a16:creationId xmlns:a16="http://schemas.microsoft.com/office/drawing/2014/main" id="{251A564F-C417-5E3E-AB68-AA847348382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24" name="ZoneTexte 23">
            <a:extLst>
              <a:ext uri="{FF2B5EF4-FFF2-40B4-BE49-F238E27FC236}">
                <a16:creationId xmlns:a16="http://schemas.microsoft.com/office/drawing/2014/main" id="{31A2AE79-CC9C-8043-7B32-8A0A8D7DE6A5}"/>
              </a:ext>
            </a:extLst>
          </p:cNvPr>
          <p:cNvSpPr txBox="1"/>
          <p:nvPr/>
        </p:nvSpPr>
        <p:spPr>
          <a:xfrm>
            <a:off x="5235426" y="1831445"/>
            <a:ext cx="61022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219170" rtl="1">
              <a:buClr>
                <a:srgbClr val="000000"/>
              </a:buClr>
            </a:pPr>
            <a:r>
              <a:rPr lang="fr-FR" sz="4000" kern="0" dirty="0" err="1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Dataset</a:t>
            </a:r>
            <a:r>
              <a:rPr lang="fr-FR" sz="40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 </a:t>
            </a:r>
            <a:r>
              <a:rPr lang="fr-FR" sz="4000" kern="0" dirty="0" err="1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used</a:t>
            </a:r>
            <a:endParaRPr kumimoji="0" lang="fr-FR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Arial"/>
            </a:endParaRPr>
          </a:p>
        </p:txBody>
      </p:sp>
      <p:grpSp>
        <p:nvGrpSpPr>
          <p:cNvPr id="26" name="Google Shape;284;p30">
            <a:extLst>
              <a:ext uri="{FF2B5EF4-FFF2-40B4-BE49-F238E27FC236}">
                <a16:creationId xmlns:a16="http://schemas.microsoft.com/office/drawing/2014/main" id="{35A3A9E6-6E0D-AB58-632C-15B1A45D7B6D}"/>
              </a:ext>
            </a:extLst>
          </p:cNvPr>
          <p:cNvGrpSpPr/>
          <p:nvPr/>
        </p:nvGrpSpPr>
        <p:grpSpPr>
          <a:xfrm>
            <a:off x="1342410" y="650129"/>
            <a:ext cx="384801" cy="1462257"/>
            <a:chOff x="1006700" y="2603975"/>
            <a:chExt cx="55450" cy="210700"/>
          </a:xfrm>
        </p:grpSpPr>
        <p:sp>
          <p:nvSpPr>
            <p:cNvPr id="27" name="Google Shape;285;p30">
              <a:extLst>
                <a:ext uri="{FF2B5EF4-FFF2-40B4-BE49-F238E27FC236}">
                  <a16:creationId xmlns:a16="http://schemas.microsoft.com/office/drawing/2014/main" id="{36D36515-1D64-615F-4D2D-5E81EF1A5638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" name="Google Shape;286;p30">
              <a:extLst>
                <a:ext uri="{FF2B5EF4-FFF2-40B4-BE49-F238E27FC236}">
                  <a16:creationId xmlns:a16="http://schemas.microsoft.com/office/drawing/2014/main" id="{89142A80-2408-0DEF-2924-2B51CC12719C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" name="Google Shape;287;p30">
              <a:extLst>
                <a:ext uri="{FF2B5EF4-FFF2-40B4-BE49-F238E27FC236}">
                  <a16:creationId xmlns:a16="http://schemas.microsoft.com/office/drawing/2014/main" id="{F1ACB421-E2F8-6712-07FC-6760252AE6E2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0" name="Google Shape;288;p30">
              <a:extLst>
                <a:ext uri="{FF2B5EF4-FFF2-40B4-BE49-F238E27FC236}">
                  <a16:creationId xmlns:a16="http://schemas.microsoft.com/office/drawing/2014/main" id="{109D184D-7333-2AEF-C45A-1ED65AF16DF5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1" name="Google Shape;289;p30">
              <a:extLst>
                <a:ext uri="{FF2B5EF4-FFF2-40B4-BE49-F238E27FC236}">
                  <a16:creationId xmlns:a16="http://schemas.microsoft.com/office/drawing/2014/main" id="{AE23A583-070B-5D7D-69A5-47C16C22BD2C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2" name="Google Shape;290;p30">
              <a:extLst>
                <a:ext uri="{FF2B5EF4-FFF2-40B4-BE49-F238E27FC236}">
                  <a16:creationId xmlns:a16="http://schemas.microsoft.com/office/drawing/2014/main" id="{C7D335A3-04FB-7974-7467-79E2D7F8F32F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3" name="Google Shape;298;p30">
            <a:extLst>
              <a:ext uri="{FF2B5EF4-FFF2-40B4-BE49-F238E27FC236}">
                <a16:creationId xmlns:a16="http://schemas.microsoft.com/office/drawing/2014/main" id="{43E03CE2-60C0-8CE5-5841-515F630D578A}"/>
              </a:ext>
            </a:extLst>
          </p:cNvPr>
          <p:cNvGrpSpPr/>
          <p:nvPr/>
        </p:nvGrpSpPr>
        <p:grpSpPr>
          <a:xfrm>
            <a:off x="734833" y="4839603"/>
            <a:ext cx="1571516" cy="1462255"/>
            <a:chOff x="827350" y="3629733"/>
            <a:chExt cx="1431600" cy="1332067"/>
          </a:xfrm>
        </p:grpSpPr>
        <p:sp>
          <p:nvSpPr>
            <p:cNvPr id="34" name="Google Shape;299;p30">
              <a:extLst>
                <a:ext uri="{FF2B5EF4-FFF2-40B4-BE49-F238E27FC236}">
                  <a16:creationId xmlns:a16="http://schemas.microsoft.com/office/drawing/2014/main" id="{3C10D9F4-4006-65AB-7E0B-EB6769C8FF4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5" name="Google Shape;300;p30">
              <a:extLst>
                <a:ext uri="{FF2B5EF4-FFF2-40B4-BE49-F238E27FC236}">
                  <a16:creationId xmlns:a16="http://schemas.microsoft.com/office/drawing/2014/main" id="{E79AD7A7-99E1-EDF7-BE97-27A62D998413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Google Shape;301;p30">
              <a:extLst>
                <a:ext uri="{FF2B5EF4-FFF2-40B4-BE49-F238E27FC236}">
                  <a16:creationId xmlns:a16="http://schemas.microsoft.com/office/drawing/2014/main" id="{B3049AA9-7E7A-BFE9-9CD3-BF118EC390CE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7" name="Google Shape;302;p30">
            <a:extLst>
              <a:ext uri="{FF2B5EF4-FFF2-40B4-BE49-F238E27FC236}">
                <a16:creationId xmlns:a16="http://schemas.microsoft.com/office/drawing/2014/main" id="{EB2595E9-2949-510C-44AE-FACBD8705FE5}"/>
              </a:ext>
            </a:extLst>
          </p:cNvPr>
          <p:cNvGrpSpPr/>
          <p:nvPr/>
        </p:nvGrpSpPr>
        <p:grpSpPr>
          <a:xfrm>
            <a:off x="430136" y="3870413"/>
            <a:ext cx="1041632" cy="969212"/>
            <a:chOff x="827350" y="3629733"/>
            <a:chExt cx="1431600" cy="1332067"/>
          </a:xfrm>
        </p:grpSpPr>
        <p:sp>
          <p:nvSpPr>
            <p:cNvPr id="38" name="Google Shape;303;p30">
              <a:extLst>
                <a:ext uri="{FF2B5EF4-FFF2-40B4-BE49-F238E27FC236}">
                  <a16:creationId xmlns:a16="http://schemas.microsoft.com/office/drawing/2014/main" id="{6248E4AD-D3F1-F345-6038-40100634779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9" name="Google Shape;304;p30">
              <a:extLst>
                <a:ext uri="{FF2B5EF4-FFF2-40B4-BE49-F238E27FC236}">
                  <a16:creationId xmlns:a16="http://schemas.microsoft.com/office/drawing/2014/main" id="{24D3946A-1CBA-EF92-D093-FC1B97D3E78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Google Shape;305;p30">
              <a:extLst>
                <a:ext uri="{FF2B5EF4-FFF2-40B4-BE49-F238E27FC236}">
                  <a16:creationId xmlns:a16="http://schemas.microsoft.com/office/drawing/2014/main" id="{ADF561B3-0F46-61F8-B5EA-958E84DE559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41" name="Google Shape;306;p30">
            <a:extLst>
              <a:ext uri="{FF2B5EF4-FFF2-40B4-BE49-F238E27FC236}">
                <a16:creationId xmlns:a16="http://schemas.microsoft.com/office/drawing/2014/main" id="{FE9BF60C-259B-6C2D-39D9-ECA48C901CD1}"/>
              </a:ext>
            </a:extLst>
          </p:cNvPr>
          <p:cNvGrpSpPr/>
          <p:nvPr/>
        </p:nvGrpSpPr>
        <p:grpSpPr>
          <a:xfrm>
            <a:off x="2421586" y="5859798"/>
            <a:ext cx="475100" cy="442069"/>
            <a:chOff x="827350" y="3629733"/>
            <a:chExt cx="1431600" cy="1332067"/>
          </a:xfrm>
        </p:grpSpPr>
        <p:sp>
          <p:nvSpPr>
            <p:cNvPr id="42" name="Google Shape;307;p30">
              <a:extLst>
                <a:ext uri="{FF2B5EF4-FFF2-40B4-BE49-F238E27FC236}">
                  <a16:creationId xmlns:a16="http://schemas.microsoft.com/office/drawing/2014/main" id="{8E48B295-0851-B73C-81E8-7D961AFCCE1F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3" name="Google Shape;308;p30">
              <a:extLst>
                <a:ext uri="{FF2B5EF4-FFF2-40B4-BE49-F238E27FC236}">
                  <a16:creationId xmlns:a16="http://schemas.microsoft.com/office/drawing/2014/main" id="{6405290F-5986-6F51-753E-5D7DC71929AD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4" name="Google Shape;309;p30">
              <a:extLst>
                <a:ext uri="{FF2B5EF4-FFF2-40B4-BE49-F238E27FC236}">
                  <a16:creationId xmlns:a16="http://schemas.microsoft.com/office/drawing/2014/main" id="{77E6AF5F-9519-D000-7302-1C5E534BE3B3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47722" y="2016092"/>
              <a:ext cx="4783107" cy="326063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83107" cy="326063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988450" ay="3943343" az="912359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8597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347722" y="2016092"/>
                <a:ext cx="4783107" cy="3260633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ZoneTexte 23">
            <a:extLst>
              <a:ext uri="{FF2B5EF4-FFF2-40B4-BE49-F238E27FC236}">
                <a16:creationId xmlns:a16="http://schemas.microsoft.com/office/drawing/2014/main" id="{71C4CD3E-19E2-4D53-B2A5-F2C37CA7D1E3}"/>
              </a:ext>
            </a:extLst>
          </p:cNvPr>
          <p:cNvSpPr txBox="1"/>
          <p:nvPr/>
        </p:nvSpPr>
        <p:spPr>
          <a:xfrm>
            <a:off x="5676715" y="2704723"/>
            <a:ext cx="5661010" cy="343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 “Non-intrusive indoor environmental data in two double-occupied offices”</a:t>
            </a:r>
            <a:endParaRPr lang="en-US" sz="32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Study conducted at Munich University of Applied Sciences, Germany</a:t>
            </a:r>
            <a:endParaRPr lang="en-US" sz="32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Offices equipped with:</a:t>
            </a:r>
            <a:endParaRPr lang="en-US" sz="32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Manually operable windows</a:t>
            </a:r>
            <a:endParaRPr lang="en-US" sz="32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Exterior shading</a:t>
            </a:r>
            <a:endParaRPr lang="en-US" sz="32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Heating system</a:t>
            </a:r>
            <a:endParaRPr lang="en-US" sz="32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E94B98-A9F9-4F05-A04C-D03A481BF591}"/>
              </a:ext>
            </a:extLst>
          </p:cNvPr>
          <p:cNvSpPr/>
          <p:nvPr/>
        </p:nvSpPr>
        <p:spPr>
          <a:xfrm rot="5985890">
            <a:off x="2110560" y="2100243"/>
            <a:ext cx="3221658" cy="3221658"/>
          </a:xfrm>
          <a:prstGeom prst="ellipse">
            <a:avLst/>
          </a:prstGeom>
          <a:blipFill dpi="0" rotWithShape="0">
            <a:blip r:embed="rId5">
              <a:alphaModFix amt="97000"/>
            </a:blip>
            <a:srcRect/>
            <a:stretch>
              <a:fillRect l="-17000" t="-30000" r="-22000" b="-38000"/>
            </a:stretch>
          </a:blip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3196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5211F0F6-A632-A00E-2941-24C5220F494F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1847" t="10080"/>
          <a:stretch/>
        </p:blipFill>
        <p:spPr>
          <a:xfrm>
            <a:off x="0" y="-195868"/>
            <a:ext cx="8011632" cy="505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E05C4C6D-2D8D-9E2B-5D19-F1AD0BBC6B54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5261" t="6068"/>
          <a:stretch/>
        </p:blipFill>
        <p:spPr>
          <a:xfrm rot="-10799997">
            <a:off x="5831428" y="2463904"/>
            <a:ext cx="6883403" cy="47243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291;p30">
            <a:extLst>
              <a:ext uri="{FF2B5EF4-FFF2-40B4-BE49-F238E27FC236}">
                <a16:creationId xmlns:a16="http://schemas.microsoft.com/office/drawing/2014/main" id="{D2491D4E-A509-942E-0114-7BEEA8C1DB76}"/>
              </a:ext>
            </a:extLst>
          </p:cNvPr>
          <p:cNvGrpSpPr/>
          <p:nvPr/>
        </p:nvGrpSpPr>
        <p:grpSpPr>
          <a:xfrm rot="5400000">
            <a:off x="10359410" y="5209029"/>
            <a:ext cx="384801" cy="1462257"/>
            <a:chOff x="1006700" y="2603975"/>
            <a:chExt cx="55450" cy="210700"/>
          </a:xfrm>
        </p:grpSpPr>
        <p:sp>
          <p:nvSpPr>
            <p:cNvPr id="6" name="Google Shape;292;p30">
              <a:extLst>
                <a:ext uri="{FF2B5EF4-FFF2-40B4-BE49-F238E27FC236}">
                  <a16:creationId xmlns:a16="http://schemas.microsoft.com/office/drawing/2014/main" id="{AB681EB5-43D3-6F04-EFF4-45DC579D8359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" name="Google Shape;293;p30">
              <a:extLst>
                <a:ext uri="{FF2B5EF4-FFF2-40B4-BE49-F238E27FC236}">
                  <a16:creationId xmlns:a16="http://schemas.microsoft.com/office/drawing/2014/main" id="{C09B93FB-0C86-E2FF-373A-C8F9541F8EA6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8" name="Google Shape;294;p30">
              <a:extLst>
                <a:ext uri="{FF2B5EF4-FFF2-40B4-BE49-F238E27FC236}">
                  <a16:creationId xmlns:a16="http://schemas.microsoft.com/office/drawing/2014/main" id="{60634A43-76E0-7630-72BA-C47C08FDD611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" name="Google Shape;295;p30">
              <a:extLst>
                <a:ext uri="{FF2B5EF4-FFF2-40B4-BE49-F238E27FC236}">
                  <a16:creationId xmlns:a16="http://schemas.microsoft.com/office/drawing/2014/main" id="{1B903353-D970-7B15-8BAD-BC79DA74D28C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0" name="Google Shape;296;p30">
              <a:extLst>
                <a:ext uri="{FF2B5EF4-FFF2-40B4-BE49-F238E27FC236}">
                  <a16:creationId xmlns:a16="http://schemas.microsoft.com/office/drawing/2014/main" id="{37A3C4FB-6CA6-8838-9914-749D3974CD7C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Google Shape;297;p30">
              <a:extLst>
                <a:ext uri="{FF2B5EF4-FFF2-40B4-BE49-F238E27FC236}">
                  <a16:creationId xmlns:a16="http://schemas.microsoft.com/office/drawing/2014/main" id="{36A7577C-A1D4-EEAD-7664-F3AF7C7F88AC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2" name="Google Shape;310;p30">
            <a:extLst>
              <a:ext uri="{FF2B5EF4-FFF2-40B4-BE49-F238E27FC236}">
                <a16:creationId xmlns:a16="http://schemas.microsoft.com/office/drawing/2014/main" id="{876A2C92-34FA-E68B-EDAF-356A12205B08}"/>
              </a:ext>
            </a:extLst>
          </p:cNvPr>
          <p:cNvGrpSpPr/>
          <p:nvPr/>
        </p:nvGrpSpPr>
        <p:grpSpPr>
          <a:xfrm rot="14812035">
            <a:off x="9955002" y="292951"/>
            <a:ext cx="1193573" cy="1110589"/>
            <a:chOff x="827350" y="3629733"/>
            <a:chExt cx="1431600" cy="1332067"/>
          </a:xfrm>
        </p:grpSpPr>
        <p:sp>
          <p:nvSpPr>
            <p:cNvPr id="13" name="Google Shape;311;p30">
              <a:extLst>
                <a:ext uri="{FF2B5EF4-FFF2-40B4-BE49-F238E27FC236}">
                  <a16:creationId xmlns:a16="http://schemas.microsoft.com/office/drawing/2014/main" id="{881B927B-F774-D8DA-B786-95CD2852AFF5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Google Shape;312;p30">
              <a:extLst>
                <a:ext uri="{FF2B5EF4-FFF2-40B4-BE49-F238E27FC236}">
                  <a16:creationId xmlns:a16="http://schemas.microsoft.com/office/drawing/2014/main" id="{D90DF374-FBBA-79AB-A13F-6F508A69F9D8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Google Shape;313;p30">
              <a:extLst>
                <a:ext uri="{FF2B5EF4-FFF2-40B4-BE49-F238E27FC236}">
                  <a16:creationId xmlns:a16="http://schemas.microsoft.com/office/drawing/2014/main" id="{8ADD0847-504F-EFCB-D90C-B3456586492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6" name="Google Shape;314;p30">
            <a:extLst>
              <a:ext uri="{FF2B5EF4-FFF2-40B4-BE49-F238E27FC236}">
                <a16:creationId xmlns:a16="http://schemas.microsoft.com/office/drawing/2014/main" id="{118E42FE-3C6B-82C1-69F4-4562366206F6}"/>
              </a:ext>
            </a:extLst>
          </p:cNvPr>
          <p:cNvGrpSpPr/>
          <p:nvPr/>
        </p:nvGrpSpPr>
        <p:grpSpPr>
          <a:xfrm>
            <a:off x="10841711" y="1420954"/>
            <a:ext cx="798643" cy="743116"/>
            <a:chOff x="827350" y="3629733"/>
            <a:chExt cx="1431600" cy="1332067"/>
          </a:xfrm>
        </p:grpSpPr>
        <p:sp>
          <p:nvSpPr>
            <p:cNvPr id="17" name="Google Shape;315;p30">
              <a:extLst>
                <a:ext uri="{FF2B5EF4-FFF2-40B4-BE49-F238E27FC236}">
                  <a16:creationId xmlns:a16="http://schemas.microsoft.com/office/drawing/2014/main" id="{E2EB4F9C-73F0-288F-713A-F60C533534ED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8" name="Google Shape;316;p30">
              <a:extLst>
                <a:ext uri="{FF2B5EF4-FFF2-40B4-BE49-F238E27FC236}">
                  <a16:creationId xmlns:a16="http://schemas.microsoft.com/office/drawing/2014/main" id="{97979220-0805-7775-89AE-D80C0D85FF5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Google Shape;317;p30">
              <a:extLst>
                <a:ext uri="{FF2B5EF4-FFF2-40B4-BE49-F238E27FC236}">
                  <a16:creationId xmlns:a16="http://schemas.microsoft.com/office/drawing/2014/main" id="{A1C1A7A5-E161-2B04-DEF6-C59F5A5AE56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0" name="Google Shape;318;p30">
            <a:extLst>
              <a:ext uri="{FF2B5EF4-FFF2-40B4-BE49-F238E27FC236}">
                <a16:creationId xmlns:a16="http://schemas.microsoft.com/office/drawing/2014/main" id="{8FD18C2D-8903-565E-6E32-3AE50D6B597F}"/>
              </a:ext>
            </a:extLst>
          </p:cNvPr>
          <p:cNvGrpSpPr/>
          <p:nvPr/>
        </p:nvGrpSpPr>
        <p:grpSpPr>
          <a:xfrm rot="5400000">
            <a:off x="9201641" y="827560"/>
            <a:ext cx="619024" cy="575985"/>
            <a:chOff x="827350" y="3629733"/>
            <a:chExt cx="1431600" cy="1332067"/>
          </a:xfrm>
        </p:grpSpPr>
        <p:sp>
          <p:nvSpPr>
            <p:cNvPr id="21" name="Google Shape;319;p30">
              <a:extLst>
                <a:ext uri="{FF2B5EF4-FFF2-40B4-BE49-F238E27FC236}">
                  <a16:creationId xmlns:a16="http://schemas.microsoft.com/office/drawing/2014/main" id="{3D1A5D31-FF03-39A9-AEEC-ADC7F98ED218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2" name="Google Shape;320;p30">
              <a:extLst>
                <a:ext uri="{FF2B5EF4-FFF2-40B4-BE49-F238E27FC236}">
                  <a16:creationId xmlns:a16="http://schemas.microsoft.com/office/drawing/2014/main" id="{B39BCDDD-1DE4-F487-2ED6-5371F47525AA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3" name="Google Shape;321;p30">
              <a:extLst>
                <a:ext uri="{FF2B5EF4-FFF2-40B4-BE49-F238E27FC236}">
                  <a16:creationId xmlns:a16="http://schemas.microsoft.com/office/drawing/2014/main" id="{251A564F-C417-5E3E-AB68-AA847348382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24" name="ZoneTexte 23">
            <a:extLst>
              <a:ext uri="{FF2B5EF4-FFF2-40B4-BE49-F238E27FC236}">
                <a16:creationId xmlns:a16="http://schemas.microsoft.com/office/drawing/2014/main" id="{31A2AE79-CC9C-8043-7B32-8A0A8D7DE6A5}"/>
              </a:ext>
            </a:extLst>
          </p:cNvPr>
          <p:cNvSpPr txBox="1"/>
          <p:nvPr/>
        </p:nvSpPr>
        <p:spPr>
          <a:xfrm>
            <a:off x="5316290" y="1239853"/>
            <a:ext cx="61022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219170" rtl="1">
              <a:buClr>
                <a:srgbClr val="000000"/>
              </a:buClr>
            </a:pPr>
            <a:r>
              <a:rPr lang="fr-FR" sz="4000" kern="0" dirty="0" err="1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Sensors</a:t>
            </a:r>
            <a:endParaRPr kumimoji="0" lang="fr-FR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Arial"/>
            </a:endParaRPr>
          </a:p>
        </p:txBody>
      </p:sp>
      <p:grpSp>
        <p:nvGrpSpPr>
          <p:cNvPr id="26" name="Google Shape;284;p30">
            <a:extLst>
              <a:ext uri="{FF2B5EF4-FFF2-40B4-BE49-F238E27FC236}">
                <a16:creationId xmlns:a16="http://schemas.microsoft.com/office/drawing/2014/main" id="{35A3A9E6-6E0D-AB58-632C-15B1A45D7B6D}"/>
              </a:ext>
            </a:extLst>
          </p:cNvPr>
          <p:cNvGrpSpPr/>
          <p:nvPr/>
        </p:nvGrpSpPr>
        <p:grpSpPr>
          <a:xfrm>
            <a:off x="1342410" y="650129"/>
            <a:ext cx="384801" cy="1462257"/>
            <a:chOff x="1006700" y="2603975"/>
            <a:chExt cx="55450" cy="210700"/>
          </a:xfrm>
        </p:grpSpPr>
        <p:sp>
          <p:nvSpPr>
            <p:cNvPr id="27" name="Google Shape;285;p30">
              <a:extLst>
                <a:ext uri="{FF2B5EF4-FFF2-40B4-BE49-F238E27FC236}">
                  <a16:creationId xmlns:a16="http://schemas.microsoft.com/office/drawing/2014/main" id="{36D36515-1D64-615F-4D2D-5E81EF1A5638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" name="Google Shape;286;p30">
              <a:extLst>
                <a:ext uri="{FF2B5EF4-FFF2-40B4-BE49-F238E27FC236}">
                  <a16:creationId xmlns:a16="http://schemas.microsoft.com/office/drawing/2014/main" id="{89142A80-2408-0DEF-2924-2B51CC12719C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" name="Google Shape;287;p30">
              <a:extLst>
                <a:ext uri="{FF2B5EF4-FFF2-40B4-BE49-F238E27FC236}">
                  <a16:creationId xmlns:a16="http://schemas.microsoft.com/office/drawing/2014/main" id="{F1ACB421-E2F8-6712-07FC-6760252AE6E2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0" name="Google Shape;288;p30">
              <a:extLst>
                <a:ext uri="{FF2B5EF4-FFF2-40B4-BE49-F238E27FC236}">
                  <a16:creationId xmlns:a16="http://schemas.microsoft.com/office/drawing/2014/main" id="{109D184D-7333-2AEF-C45A-1ED65AF16DF5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1" name="Google Shape;289;p30">
              <a:extLst>
                <a:ext uri="{FF2B5EF4-FFF2-40B4-BE49-F238E27FC236}">
                  <a16:creationId xmlns:a16="http://schemas.microsoft.com/office/drawing/2014/main" id="{AE23A583-070B-5D7D-69A5-47C16C22BD2C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2" name="Google Shape;290;p30">
              <a:extLst>
                <a:ext uri="{FF2B5EF4-FFF2-40B4-BE49-F238E27FC236}">
                  <a16:creationId xmlns:a16="http://schemas.microsoft.com/office/drawing/2014/main" id="{C7D335A3-04FB-7974-7467-79E2D7F8F32F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3" name="Google Shape;298;p30">
            <a:extLst>
              <a:ext uri="{FF2B5EF4-FFF2-40B4-BE49-F238E27FC236}">
                <a16:creationId xmlns:a16="http://schemas.microsoft.com/office/drawing/2014/main" id="{43E03CE2-60C0-8CE5-5841-515F630D578A}"/>
              </a:ext>
            </a:extLst>
          </p:cNvPr>
          <p:cNvGrpSpPr/>
          <p:nvPr/>
        </p:nvGrpSpPr>
        <p:grpSpPr>
          <a:xfrm>
            <a:off x="734833" y="4839603"/>
            <a:ext cx="1571516" cy="1462255"/>
            <a:chOff x="827350" y="3629733"/>
            <a:chExt cx="1431600" cy="1332067"/>
          </a:xfrm>
        </p:grpSpPr>
        <p:sp>
          <p:nvSpPr>
            <p:cNvPr id="34" name="Google Shape;299;p30">
              <a:extLst>
                <a:ext uri="{FF2B5EF4-FFF2-40B4-BE49-F238E27FC236}">
                  <a16:creationId xmlns:a16="http://schemas.microsoft.com/office/drawing/2014/main" id="{3C10D9F4-4006-65AB-7E0B-EB6769C8FF4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5" name="Google Shape;300;p30">
              <a:extLst>
                <a:ext uri="{FF2B5EF4-FFF2-40B4-BE49-F238E27FC236}">
                  <a16:creationId xmlns:a16="http://schemas.microsoft.com/office/drawing/2014/main" id="{E79AD7A7-99E1-EDF7-BE97-27A62D998413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Google Shape;301;p30">
              <a:extLst>
                <a:ext uri="{FF2B5EF4-FFF2-40B4-BE49-F238E27FC236}">
                  <a16:creationId xmlns:a16="http://schemas.microsoft.com/office/drawing/2014/main" id="{B3049AA9-7E7A-BFE9-9CD3-BF118EC390CE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7" name="Google Shape;302;p30">
            <a:extLst>
              <a:ext uri="{FF2B5EF4-FFF2-40B4-BE49-F238E27FC236}">
                <a16:creationId xmlns:a16="http://schemas.microsoft.com/office/drawing/2014/main" id="{EB2595E9-2949-510C-44AE-FACBD8705FE5}"/>
              </a:ext>
            </a:extLst>
          </p:cNvPr>
          <p:cNvGrpSpPr/>
          <p:nvPr/>
        </p:nvGrpSpPr>
        <p:grpSpPr>
          <a:xfrm>
            <a:off x="430136" y="3870413"/>
            <a:ext cx="1041632" cy="969212"/>
            <a:chOff x="827350" y="3629733"/>
            <a:chExt cx="1431600" cy="1332067"/>
          </a:xfrm>
        </p:grpSpPr>
        <p:sp>
          <p:nvSpPr>
            <p:cNvPr id="38" name="Google Shape;303;p30">
              <a:extLst>
                <a:ext uri="{FF2B5EF4-FFF2-40B4-BE49-F238E27FC236}">
                  <a16:creationId xmlns:a16="http://schemas.microsoft.com/office/drawing/2014/main" id="{6248E4AD-D3F1-F345-6038-40100634779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9" name="Google Shape;304;p30">
              <a:extLst>
                <a:ext uri="{FF2B5EF4-FFF2-40B4-BE49-F238E27FC236}">
                  <a16:creationId xmlns:a16="http://schemas.microsoft.com/office/drawing/2014/main" id="{24D3946A-1CBA-EF92-D093-FC1B97D3E78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Google Shape;305;p30">
              <a:extLst>
                <a:ext uri="{FF2B5EF4-FFF2-40B4-BE49-F238E27FC236}">
                  <a16:creationId xmlns:a16="http://schemas.microsoft.com/office/drawing/2014/main" id="{ADF561B3-0F46-61F8-B5EA-958E84DE559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41" name="Google Shape;306;p30">
            <a:extLst>
              <a:ext uri="{FF2B5EF4-FFF2-40B4-BE49-F238E27FC236}">
                <a16:creationId xmlns:a16="http://schemas.microsoft.com/office/drawing/2014/main" id="{FE9BF60C-259B-6C2D-39D9-ECA48C901CD1}"/>
              </a:ext>
            </a:extLst>
          </p:cNvPr>
          <p:cNvGrpSpPr/>
          <p:nvPr/>
        </p:nvGrpSpPr>
        <p:grpSpPr>
          <a:xfrm>
            <a:off x="2421586" y="5859798"/>
            <a:ext cx="475100" cy="442069"/>
            <a:chOff x="827350" y="3629733"/>
            <a:chExt cx="1431600" cy="1332067"/>
          </a:xfrm>
        </p:grpSpPr>
        <p:sp>
          <p:nvSpPr>
            <p:cNvPr id="42" name="Google Shape;307;p30">
              <a:extLst>
                <a:ext uri="{FF2B5EF4-FFF2-40B4-BE49-F238E27FC236}">
                  <a16:creationId xmlns:a16="http://schemas.microsoft.com/office/drawing/2014/main" id="{8E48B295-0851-B73C-81E8-7D961AFCCE1F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3" name="Google Shape;308;p30">
              <a:extLst>
                <a:ext uri="{FF2B5EF4-FFF2-40B4-BE49-F238E27FC236}">
                  <a16:creationId xmlns:a16="http://schemas.microsoft.com/office/drawing/2014/main" id="{6405290F-5986-6F51-753E-5D7DC71929AD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4" name="Google Shape;309;p30">
              <a:extLst>
                <a:ext uri="{FF2B5EF4-FFF2-40B4-BE49-F238E27FC236}">
                  <a16:creationId xmlns:a16="http://schemas.microsoft.com/office/drawing/2014/main" id="{77E6AF5F-9519-D000-7302-1C5E534BE3B3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47722" y="2016092"/>
              <a:ext cx="4783107" cy="326063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83107" cy="326063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988450" ay="3943343" az="912359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8597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347722" y="2016092"/>
                <a:ext cx="4783107" cy="3260633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ZoneTexte 23">
            <a:extLst>
              <a:ext uri="{FF2B5EF4-FFF2-40B4-BE49-F238E27FC236}">
                <a16:creationId xmlns:a16="http://schemas.microsoft.com/office/drawing/2014/main" id="{71C4CD3E-19E2-4D53-B2A5-F2C37CA7D1E3}"/>
              </a:ext>
            </a:extLst>
          </p:cNvPr>
          <p:cNvSpPr txBox="1"/>
          <p:nvPr/>
        </p:nvSpPr>
        <p:spPr>
          <a:xfrm>
            <a:off x="5698319" y="2009744"/>
            <a:ext cx="5661010" cy="4180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IoT sensors installed at desk level near occupants</a:t>
            </a:r>
            <a:endParaRPr lang="en-US" sz="28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Recorded physical variables:</a:t>
            </a:r>
            <a:endParaRPr lang="en-US" sz="28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Air temperature</a:t>
            </a:r>
            <a:endParaRPr lang="en-US" sz="28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CO₂ concentration</a:t>
            </a:r>
            <a:endParaRPr lang="en-US" sz="28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Indoor Air Quality (IAQ) index</a:t>
            </a:r>
            <a:endParaRPr lang="en-US" sz="28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Illuminance</a:t>
            </a:r>
            <a:endParaRPr lang="en-US" sz="28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Relative humidity</a:t>
            </a:r>
            <a:endParaRPr lang="en-US" sz="28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Sound pressure level</a:t>
            </a:r>
            <a:endParaRPr lang="en-US" sz="28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Air speed</a:t>
            </a:r>
            <a:endParaRPr lang="en-US" sz="28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Window status</a:t>
            </a:r>
            <a:endParaRPr lang="en-US" sz="28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E94B98-A9F9-4F05-A04C-D03A481BF591}"/>
              </a:ext>
            </a:extLst>
          </p:cNvPr>
          <p:cNvSpPr/>
          <p:nvPr/>
        </p:nvSpPr>
        <p:spPr>
          <a:xfrm rot="10800000">
            <a:off x="2110560" y="2100243"/>
            <a:ext cx="3221658" cy="3221658"/>
          </a:xfrm>
          <a:prstGeom prst="ellipse">
            <a:avLst/>
          </a:prstGeom>
          <a:blipFill dpi="0" rotWithShape="0">
            <a:blip r:embed="rId5"/>
            <a:srcRect/>
            <a:stretch>
              <a:fillRect/>
            </a:stretch>
          </a:blip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Freeform 6">
            <a:extLst>
              <a:ext uri="{FF2B5EF4-FFF2-40B4-BE49-F238E27FC236}">
                <a16:creationId xmlns:a16="http://schemas.microsoft.com/office/drawing/2014/main" id="{33533C20-686D-48D7-9F5F-986451FF706B}"/>
              </a:ext>
            </a:extLst>
          </p:cNvPr>
          <p:cNvSpPr/>
          <p:nvPr/>
        </p:nvSpPr>
        <p:spPr>
          <a:xfrm flipH="1">
            <a:off x="684182" y="1379869"/>
            <a:ext cx="45719" cy="1027060"/>
          </a:xfrm>
          <a:custGeom>
            <a:avLst/>
            <a:gdLst/>
            <a:ahLst/>
            <a:cxnLst/>
            <a:rect l="l" t="t" r="r" b="b"/>
            <a:pathLst>
              <a:path w="13771067" h="5869917">
                <a:moveTo>
                  <a:pt x="0" y="0"/>
                </a:moveTo>
                <a:lnTo>
                  <a:pt x="13771068" y="0"/>
                </a:lnTo>
                <a:lnTo>
                  <a:pt x="13771068" y="5869917"/>
                </a:lnTo>
                <a:lnTo>
                  <a:pt x="0" y="5869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7" name="3D Model 46">
                <a:extLst>
                  <a:ext uri="{FF2B5EF4-FFF2-40B4-BE49-F238E27FC236}">
                    <a16:creationId xmlns:a16="http://schemas.microsoft.com/office/drawing/2014/main" id="{859064E8-689D-4ABC-B346-FFB5270734B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2532845"/>
                  </p:ext>
                </p:extLst>
              </p:nvPr>
            </p:nvGraphicFramePr>
            <p:xfrm rot="5400000">
              <a:off x="6866913" y="7792723"/>
              <a:ext cx="4151905" cy="3247384"/>
            </p:xfrm>
            <a:graphic>
              <a:graphicData uri="http://schemas.microsoft.com/office/drawing/2017/model3d">
                <am3d:model3d r:embed="rId8">
                  <am3d:spPr>
                    <a:xfrm rot="5400000">
                      <a:off x="0" y="0"/>
                      <a:ext cx="4151905" cy="3247384"/>
                    </a:xfrm>
                    <a:prstGeom prst="rect">
                      <a:avLst/>
                    </a:prstGeom>
                  </am3d:spPr>
                  <am3d:camera>
                    <am3d:pos x="0" y="0" z="610577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2765" d="1000000"/>
                    <am3d:preTrans dx="355682" dy="0" dz="-210002"/>
                    <am3d:scale>
                      <am3d:sx n="1000000" d="1000000"/>
                      <am3d:sy n="1000000" d="1000000"/>
                      <am3d:sz n="1000000" d="1000000"/>
                    </am3d:scale>
                    <am3d:rot ax="-5394532" ay="-629795" az="-5430077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54186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7" name="3D Model 46">
                <a:extLst>
                  <a:ext uri="{FF2B5EF4-FFF2-40B4-BE49-F238E27FC236}">
                    <a16:creationId xmlns:a16="http://schemas.microsoft.com/office/drawing/2014/main" id="{859064E8-689D-4ABC-B346-FFB5270734B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5400000">
                <a:off x="6866913" y="7792723"/>
                <a:ext cx="4151905" cy="324738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5926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5211F0F6-A632-A00E-2941-24C5220F494F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1847" t="10080"/>
          <a:stretch/>
        </p:blipFill>
        <p:spPr>
          <a:xfrm>
            <a:off x="0" y="-195868"/>
            <a:ext cx="8011632" cy="505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E05C4C6D-2D8D-9E2B-5D19-F1AD0BBC6B54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5261" t="6068"/>
          <a:stretch/>
        </p:blipFill>
        <p:spPr>
          <a:xfrm rot="-10799997">
            <a:off x="5831428" y="2463904"/>
            <a:ext cx="6883403" cy="47243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291;p30">
            <a:extLst>
              <a:ext uri="{FF2B5EF4-FFF2-40B4-BE49-F238E27FC236}">
                <a16:creationId xmlns:a16="http://schemas.microsoft.com/office/drawing/2014/main" id="{D2491D4E-A509-942E-0114-7BEEA8C1DB76}"/>
              </a:ext>
            </a:extLst>
          </p:cNvPr>
          <p:cNvGrpSpPr/>
          <p:nvPr/>
        </p:nvGrpSpPr>
        <p:grpSpPr>
          <a:xfrm rot="5400000">
            <a:off x="10359410" y="5209029"/>
            <a:ext cx="384801" cy="1462257"/>
            <a:chOff x="1006700" y="2603975"/>
            <a:chExt cx="55450" cy="210700"/>
          </a:xfrm>
        </p:grpSpPr>
        <p:sp>
          <p:nvSpPr>
            <p:cNvPr id="6" name="Google Shape;292;p30">
              <a:extLst>
                <a:ext uri="{FF2B5EF4-FFF2-40B4-BE49-F238E27FC236}">
                  <a16:creationId xmlns:a16="http://schemas.microsoft.com/office/drawing/2014/main" id="{AB681EB5-43D3-6F04-EFF4-45DC579D8359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" name="Google Shape;293;p30">
              <a:extLst>
                <a:ext uri="{FF2B5EF4-FFF2-40B4-BE49-F238E27FC236}">
                  <a16:creationId xmlns:a16="http://schemas.microsoft.com/office/drawing/2014/main" id="{C09B93FB-0C86-E2FF-373A-C8F9541F8EA6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8" name="Google Shape;294;p30">
              <a:extLst>
                <a:ext uri="{FF2B5EF4-FFF2-40B4-BE49-F238E27FC236}">
                  <a16:creationId xmlns:a16="http://schemas.microsoft.com/office/drawing/2014/main" id="{60634A43-76E0-7630-72BA-C47C08FDD611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" name="Google Shape;295;p30">
              <a:extLst>
                <a:ext uri="{FF2B5EF4-FFF2-40B4-BE49-F238E27FC236}">
                  <a16:creationId xmlns:a16="http://schemas.microsoft.com/office/drawing/2014/main" id="{1B903353-D970-7B15-8BAD-BC79DA74D28C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0" name="Google Shape;296;p30">
              <a:extLst>
                <a:ext uri="{FF2B5EF4-FFF2-40B4-BE49-F238E27FC236}">
                  <a16:creationId xmlns:a16="http://schemas.microsoft.com/office/drawing/2014/main" id="{37A3C4FB-6CA6-8838-9914-749D3974CD7C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Google Shape;297;p30">
              <a:extLst>
                <a:ext uri="{FF2B5EF4-FFF2-40B4-BE49-F238E27FC236}">
                  <a16:creationId xmlns:a16="http://schemas.microsoft.com/office/drawing/2014/main" id="{36A7577C-A1D4-EEAD-7664-F3AF7C7F88AC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2" name="Google Shape;310;p30">
            <a:extLst>
              <a:ext uri="{FF2B5EF4-FFF2-40B4-BE49-F238E27FC236}">
                <a16:creationId xmlns:a16="http://schemas.microsoft.com/office/drawing/2014/main" id="{876A2C92-34FA-E68B-EDAF-356A12205B08}"/>
              </a:ext>
            </a:extLst>
          </p:cNvPr>
          <p:cNvGrpSpPr/>
          <p:nvPr/>
        </p:nvGrpSpPr>
        <p:grpSpPr>
          <a:xfrm rot="14812035">
            <a:off x="9955002" y="292951"/>
            <a:ext cx="1193573" cy="1110589"/>
            <a:chOff x="827350" y="3629733"/>
            <a:chExt cx="1431600" cy="1332067"/>
          </a:xfrm>
        </p:grpSpPr>
        <p:sp>
          <p:nvSpPr>
            <p:cNvPr id="13" name="Google Shape;311;p30">
              <a:extLst>
                <a:ext uri="{FF2B5EF4-FFF2-40B4-BE49-F238E27FC236}">
                  <a16:creationId xmlns:a16="http://schemas.microsoft.com/office/drawing/2014/main" id="{881B927B-F774-D8DA-B786-95CD2852AFF5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Google Shape;312;p30">
              <a:extLst>
                <a:ext uri="{FF2B5EF4-FFF2-40B4-BE49-F238E27FC236}">
                  <a16:creationId xmlns:a16="http://schemas.microsoft.com/office/drawing/2014/main" id="{D90DF374-FBBA-79AB-A13F-6F508A69F9D8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Google Shape;313;p30">
              <a:extLst>
                <a:ext uri="{FF2B5EF4-FFF2-40B4-BE49-F238E27FC236}">
                  <a16:creationId xmlns:a16="http://schemas.microsoft.com/office/drawing/2014/main" id="{8ADD0847-504F-EFCB-D90C-B3456586492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6" name="Google Shape;314;p30">
            <a:extLst>
              <a:ext uri="{FF2B5EF4-FFF2-40B4-BE49-F238E27FC236}">
                <a16:creationId xmlns:a16="http://schemas.microsoft.com/office/drawing/2014/main" id="{118E42FE-3C6B-82C1-69F4-4562366206F6}"/>
              </a:ext>
            </a:extLst>
          </p:cNvPr>
          <p:cNvGrpSpPr/>
          <p:nvPr/>
        </p:nvGrpSpPr>
        <p:grpSpPr>
          <a:xfrm>
            <a:off x="10841711" y="1420954"/>
            <a:ext cx="798643" cy="743116"/>
            <a:chOff x="827350" y="3629733"/>
            <a:chExt cx="1431600" cy="1332067"/>
          </a:xfrm>
        </p:grpSpPr>
        <p:sp>
          <p:nvSpPr>
            <p:cNvPr id="17" name="Google Shape;315;p30">
              <a:extLst>
                <a:ext uri="{FF2B5EF4-FFF2-40B4-BE49-F238E27FC236}">
                  <a16:creationId xmlns:a16="http://schemas.microsoft.com/office/drawing/2014/main" id="{E2EB4F9C-73F0-288F-713A-F60C533534ED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8" name="Google Shape;316;p30">
              <a:extLst>
                <a:ext uri="{FF2B5EF4-FFF2-40B4-BE49-F238E27FC236}">
                  <a16:creationId xmlns:a16="http://schemas.microsoft.com/office/drawing/2014/main" id="{97979220-0805-7775-89AE-D80C0D85FF5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Google Shape;317;p30">
              <a:extLst>
                <a:ext uri="{FF2B5EF4-FFF2-40B4-BE49-F238E27FC236}">
                  <a16:creationId xmlns:a16="http://schemas.microsoft.com/office/drawing/2014/main" id="{A1C1A7A5-E161-2B04-DEF6-C59F5A5AE56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0" name="Google Shape;318;p30">
            <a:extLst>
              <a:ext uri="{FF2B5EF4-FFF2-40B4-BE49-F238E27FC236}">
                <a16:creationId xmlns:a16="http://schemas.microsoft.com/office/drawing/2014/main" id="{8FD18C2D-8903-565E-6E32-3AE50D6B597F}"/>
              </a:ext>
            </a:extLst>
          </p:cNvPr>
          <p:cNvGrpSpPr/>
          <p:nvPr/>
        </p:nvGrpSpPr>
        <p:grpSpPr>
          <a:xfrm rot="5400000">
            <a:off x="9201641" y="827560"/>
            <a:ext cx="619024" cy="575985"/>
            <a:chOff x="827350" y="3629733"/>
            <a:chExt cx="1431600" cy="1332067"/>
          </a:xfrm>
        </p:grpSpPr>
        <p:sp>
          <p:nvSpPr>
            <p:cNvPr id="21" name="Google Shape;319;p30">
              <a:extLst>
                <a:ext uri="{FF2B5EF4-FFF2-40B4-BE49-F238E27FC236}">
                  <a16:creationId xmlns:a16="http://schemas.microsoft.com/office/drawing/2014/main" id="{3D1A5D31-FF03-39A9-AEEC-ADC7F98ED218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2" name="Google Shape;320;p30">
              <a:extLst>
                <a:ext uri="{FF2B5EF4-FFF2-40B4-BE49-F238E27FC236}">
                  <a16:creationId xmlns:a16="http://schemas.microsoft.com/office/drawing/2014/main" id="{B39BCDDD-1DE4-F487-2ED6-5371F47525AA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3" name="Google Shape;321;p30">
              <a:extLst>
                <a:ext uri="{FF2B5EF4-FFF2-40B4-BE49-F238E27FC236}">
                  <a16:creationId xmlns:a16="http://schemas.microsoft.com/office/drawing/2014/main" id="{251A564F-C417-5E3E-AB68-AA847348382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6" name="Google Shape;284;p30">
            <a:extLst>
              <a:ext uri="{FF2B5EF4-FFF2-40B4-BE49-F238E27FC236}">
                <a16:creationId xmlns:a16="http://schemas.microsoft.com/office/drawing/2014/main" id="{35A3A9E6-6E0D-AB58-632C-15B1A45D7B6D}"/>
              </a:ext>
            </a:extLst>
          </p:cNvPr>
          <p:cNvGrpSpPr/>
          <p:nvPr/>
        </p:nvGrpSpPr>
        <p:grpSpPr>
          <a:xfrm>
            <a:off x="1342410" y="650129"/>
            <a:ext cx="384801" cy="1462257"/>
            <a:chOff x="1006700" y="2603975"/>
            <a:chExt cx="55450" cy="210700"/>
          </a:xfrm>
        </p:grpSpPr>
        <p:sp>
          <p:nvSpPr>
            <p:cNvPr id="27" name="Google Shape;285;p30">
              <a:extLst>
                <a:ext uri="{FF2B5EF4-FFF2-40B4-BE49-F238E27FC236}">
                  <a16:creationId xmlns:a16="http://schemas.microsoft.com/office/drawing/2014/main" id="{36D36515-1D64-615F-4D2D-5E81EF1A5638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" name="Google Shape;286;p30">
              <a:extLst>
                <a:ext uri="{FF2B5EF4-FFF2-40B4-BE49-F238E27FC236}">
                  <a16:creationId xmlns:a16="http://schemas.microsoft.com/office/drawing/2014/main" id="{89142A80-2408-0DEF-2924-2B51CC12719C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" name="Google Shape;287;p30">
              <a:extLst>
                <a:ext uri="{FF2B5EF4-FFF2-40B4-BE49-F238E27FC236}">
                  <a16:creationId xmlns:a16="http://schemas.microsoft.com/office/drawing/2014/main" id="{F1ACB421-E2F8-6712-07FC-6760252AE6E2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0" name="Google Shape;288;p30">
              <a:extLst>
                <a:ext uri="{FF2B5EF4-FFF2-40B4-BE49-F238E27FC236}">
                  <a16:creationId xmlns:a16="http://schemas.microsoft.com/office/drawing/2014/main" id="{109D184D-7333-2AEF-C45A-1ED65AF16DF5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1" name="Google Shape;289;p30">
              <a:extLst>
                <a:ext uri="{FF2B5EF4-FFF2-40B4-BE49-F238E27FC236}">
                  <a16:creationId xmlns:a16="http://schemas.microsoft.com/office/drawing/2014/main" id="{AE23A583-070B-5D7D-69A5-47C16C22BD2C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2" name="Google Shape;290;p30">
              <a:extLst>
                <a:ext uri="{FF2B5EF4-FFF2-40B4-BE49-F238E27FC236}">
                  <a16:creationId xmlns:a16="http://schemas.microsoft.com/office/drawing/2014/main" id="{C7D335A3-04FB-7974-7467-79E2D7F8F32F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3" name="Google Shape;298;p30">
            <a:extLst>
              <a:ext uri="{FF2B5EF4-FFF2-40B4-BE49-F238E27FC236}">
                <a16:creationId xmlns:a16="http://schemas.microsoft.com/office/drawing/2014/main" id="{43E03CE2-60C0-8CE5-5841-515F630D578A}"/>
              </a:ext>
            </a:extLst>
          </p:cNvPr>
          <p:cNvGrpSpPr/>
          <p:nvPr/>
        </p:nvGrpSpPr>
        <p:grpSpPr>
          <a:xfrm>
            <a:off x="734833" y="4839603"/>
            <a:ext cx="1571516" cy="1462255"/>
            <a:chOff x="827350" y="3629733"/>
            <a:chExt cx="1431600" cy="1332067"/>
          </a:xfrm>
        </p:grpSpPr>
        <p:sp>
          <p:nvSpPr>
            <p:cNvPr id="34" name="Google Shape;299;p30">
              <a:extLst>
                <a:ext uri="{FF2B5EF4-FFF2-40B4-BE49-F238E27FC236}">
                  <a16:creationId xmlns:a16="http://schemas.microsoft.com/office/drawing/2014/main" id="{3C10D9F4-4006-65AB-7E0B-EB6769C8FF4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5" name="Google Shape;300;p30">
              <a:extLst>
                <a:ext uri="{FF2B5EF4-FFF2-40B4-BE49-F238E27FC236}">
                  <a16:creationId xmlns:a16="http://schemas.microsoft.com/office/drawing/2014/main" id="{E79AD7A7-99E1-EDF7-BE97-27A62D998413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Google Shape;301;p30">
              <a:extLst>
                <a:ext uri="{FF2B5EF4-FFF2-40B4-BE49-F238E27FC236}">
                  <a16:creationId xmlns:a16="http://schemas.microsoft.com/office/drawing/2014/main" id="{B3049AA9-7E7A-BFE9-9CD3-BF118EC390CE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7" name="Google Shape;302;p30">
            <a:extLst>
              <a:ext uri="{FF2B5EF4-FFF2-40B4-BE49-F238E27FC236}">
                <a16:creationId xmlns:a16="http://schemas.microsoft.com/office/drawing/2014/main" id="{EB2595E9-2949-510C-44AE-FACBD8705FE5}"/>
              </a:ext>
            </a:extLst>
          </p:cNvPr>
          <p:cNvGrpSpPr/>
          <p:nvPr/>
        </p:nvGrpSpPr>
        <p:grpSpPr>
          <a:xfrm>
            <a:off x="430136" y="3870413"/>
            <a:ext cx="1041632" cy="969212"/>
            <a:chOff x="827350" y="3629733"/>
            <a:chExt cx="1431600" cy="1332067"/>
          </a:xfrm>
        </p:grpSpPr>
        <p:sp>
          <p:nvSpPr>
            <p:cNvPr id="38" name="Google Shape;303;p30">
              <a:extLst>
                <a:ext uri="{FF2B5EF4-FFF2-40B4-BE49-F238E27FC236}">
                  <a16:creationId xmlns:a16="http://schemas.microsoft.com/office/drawing/2014/main" id="{6248E4AD-D3F1-F345-6038-40100634779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9" name="Google Shape;304;p30">
              <a:extLst>
                <a:ext uri="{FF2B5EF4-FFF2-40B4-BE49-F238E27FC236}">
                  <a16:creationId xmlns:a16="http://schemas.microsoft.com/office/drawing/2014/main" id="{24D3946A-1CBA-EF92-D093-FC1B97D3E78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Google Shape;305;p30">
              <a:extLst>
                <a:ext uri="{FF2B5EF4-FFF2-40B4-BE49-F238E27FC236}">
                  <a16:creationId xmlns:a16="http://schemas.microsoft.com/office/drawing/2014/main" id="{ADF561B3-0F46-61F8-B5EA-958E84DE559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41" name="Google Shape;306;p30">
            <a:extLst>
              <a:ext uri="{FF2B5EF4-FFF2-40B4-BE49-F238E27FC236}">
                <a16:creationId xmlns:a16="http://schemas.microsoft.com/office/drawing/2014/main" id="{FE9BF60C-259B-6C2D-39D9-ECA48C901CD1}"/>
              </a:ext>
            </a:extLst>
          </p:cNvPr>
          <p:cNvGrpSpPr/>
          <p:nvPr/>
        </p:nvGrpSpPr>
        <p:grpSpPr>
          <a:xfrm>
            <a:off x="2421586" y="5859798"/>
            <a:ext cx="475100" cy="442069"/>
            <a:chOff x="827350" y="3629733"/>
            <a:chExt cx="1431600" cy="1332067"/>
          </a:xfrm>
        </p:grpSpPr>
        <p:sp>
          <p:nvSpPr>
            <p:cNvPr id="42" name="Google Shape;307;p30">
              <a:extLst>
                <a:ext uri="{FF2B5EF4-FFF2-40B4-BE49-F238E27FC236}">
                  <a16:creationId xmlns:a16="http://schemas.microsoft.com/office/drawing/2014/main" id="{8E48B295-0851-B73C-81E8-7D961AFCCE1F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3" name="Google Shape;308;p30">
              <a:extLst>
                <a:ext uri="{FF2B5EF4-FFF2-40B4-BE49-F238E27FC236}">
                  <a16:creationId xmlns:a16="http://schemas.microsoft.com/office/drawing/2014/main" id="{6405290F-5986-6F51-753E-5D7DC71929AD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4" name="Google Shape;309;p30">
              <a:extLst>
                <a:ext uri="{FF2B5EF4-FFF2-40B4-BE49-F238E27FC236}">
                  <a16:creationId xmlns:a16="http://schemas.microsoft.com/office/drawing/2014/main" id="{77E6AF5F-9519-D000-7302-1C5E534BE3B3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47722" y="2016092"/>
              <a:ext cx="4783107" cy="326063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83107" cy="326063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988450" ay="3943343" az="912359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8597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347722" y="2016092"/>
                <a:ext cx="4783107" cy="3260633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Freeform 6">
            <a:extLst>
              <a:ext uri="{FF2B5EF4-FFF2-40B4-BE49-F238E27FC236}">
                <a16:creationId xmlns:a16="http://schemas.microsoft.com/office/drawing/2014/main" id="{80D29F6C-DCB5-494E-B8A3-5CC60E027E20}"/>
              </a:ext>
            </a:extLst>
          </p:cNvPr>
          <p:cNvSpPr/>
          <p:nvPr/>
        </p:nvSpPr>
        <p:spPr>
          <a:xfrm>
            <a:off x="1505644" y="2332114"/>
            <a:ext cx="5635807" cy="3008083"/>
          </a:xfrm>
          <a:custGeom>
            <a:avLst/>
            <a:gdLst/>
            <a:ahLst/>
            <a:cxnLst/>
            <a:rect l="l" t="t" r="r" b="b"/>
            <a:pathLst>
              <a:path w="13771067" h="5869917">
                <a:moveTo>
                  <a:pt x="0" y="0"/>
                </a:moveTo>
                <a:lnTo>
                  <a:pt x="13771068" y="0"/>
                </a:lnTo>
                <a:lnTo>
                  <a:pt x="13771068" y="5869917"/>
                </a:lnTo>
                <a:lnTo>
                  <a:pt x="0" y="5869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ZoneTexte 23">
            <a:extLst>
              <a:ext uri="{FF2B5EF4-FFF2-40B4-BE49-F238E27FC236}">
                <a16:creationId xmlns:a16="http://schemas.microsoft.com/office/drawing/2014/main" id="{47A674F9-CE30-4AA0-B566-5FD1C380A8E6}"/>
              </a:ext>
            </a:extLst>
          </p:cNvPr>
          <p:cNvSpPr txBox="1"/>
          <p:nvPr/>
        </p:nvSpPr>
        <p:spPr>
          <a:xfrm>
            <a:off x="1209785" y="1445943"/>
            <a:ext cx="61022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219170" rtl="1">
              <a:buClr>
                <a:srgbClr val="000000"/>
              </a:buClr>
            </a:pPr>
            <a:r>
              <a:rPr lang="fr-FR" sz="40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Raw Data Files</a:t>
            </a:r>
            <a:endParaRPr kumimoji="0" lang="fr-FR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Arial"/>
            </a:endParaRPr>
          </a:p>
        </p:txBody>
      </p:sp>
      <p:sp>
        <p:nvSpPr>
          <p:cNvPr id="51" name="ZoneTexte 23">
            <a:extLst>
              <a:ext uri="{FF2B5EF4-FFF2-40B4-BE49-F238E27FC236}">
                <a16:creationId xmlns:a16="http://schemas.microsoft.com/office/drawing/2014/main" id="{59B8AA8A-36D8-44D2-92AB-4392B243E3D9}"/>
              </a:ext>
            </a:extLst>
          </p:cNvPr>
          <p:cNvSpPr txBox="1"/>
          <p:nvPr/>
        </p:nvSpPr>
        <p:spPr>
          <a:xfrm>
            <a:off x="1993866" y="2420637"/>
            <a:ext cx="5661010" cy="262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Data distributed as two CSV files: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office_A.csv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office_B.csv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Each file corresponds to one office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Downloaded from Mendeley Data repository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2" name="3D Model 51">
                <a:extLst>
                  <a:ext uri="{FF2B5EF4-FFF2-40B4-BE49-F238E27FC236}">
                    <a16:creationId xmlns:a16="http://schemas.microsoft.com/office/drawing/2014/main" id="{8DFFA0FF-8CE2-43DA-9BBC-9C84AA819C4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rot="5400000">
              <a:off x="6968061" y="2088601"/>
              <a:ext cx="4085419" cy="3266432"/>
            </p:xfrm>
            <a:graphic>
              <a:graphicData uri="http://schemas.microsoft.com/office/drawing/2017/model3d">
                <am3d:model3d r:embed="rId7">
                  <am3d:spPr>
                    <a:xfrm rot="5400000">
                      <a:off x="0" y="0"/>
                      <a:ext cx="4085419" cy="3266432"/>
                    </a:xfrm>
                    <a:prstGeom prst="rect">
                      <a:avLst/>
                    </a:prstGeom>
                  </am3d:spPr>
                  <am3d:camera>
                    <am3d:pos x="0" y="0" z="610577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2765" d="1000000"/>
                    <am3d:preTrans dx="355682" dy="0" dz="-210002"/>
                    <am3d:scale>
                      <am3d:sx n="1000000" d="1000000"/>
                      <am3d:sy n="1000000" d="1000000"/>
                      <am3d:sz n="1000000" d="1000000"/>
                    </am3d:scale>
                    <am3d:rot ax="5426642" ay="1291884" az="5472600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541865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2" name="3D Model 51">
                <a:extLst>
                  <a:ext uri="{FF2B5EF4-FFF2-40B4-BE49-F238E27FC236}">
                    <a16:creationId xmlns:a16="http://schemas.microsoft.com/office/drawing/2014/main" id="{8DFFA0FF-8CE2-43DA-9BBC-9C84AA819C4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5400000">
                <a:off x="6968061" y="2088601"/>
                <a:ext cx="4085419" cy="326643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6995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5211F0F6-A632-A00E-2941-24C5220F494F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1847" t="10080"/>
          <a:stretch/>
        </p:blipFill>
        <p:spPr>
          <a:xfrm>
            <a:off x="0" y="-195868"/>
            <a:ext cx="8011632" cy="505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E05C4C6D-2D8D-9E2B-5D19-F1AD0BBC6B54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5261" t="6068"/>
          <a:stretch/>
        </p:blipFill>
        <p:spPr>
          <a:xfrm rot="-10799997">
            <a:off x="5831428" y="2463904"/>
            <a:ext cx="6883403" cy="47243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310;p30">
            <a:extLst>
              <a:ext uri="{FF2B5EF4-FFF2-40B4-BE49-F238E27FC236}">
                <a16:creationId xmlns:a16="http://schemas.microsoft.com/office/drawing/2014/main" id="{876A2C92-34FA-E68B-EDAF-356A12205B08}"/>
              </a:ext>
            </a:extLst>
          </p:cNvPr>
          <p:cNvGrpSpPr/>
          <p:nvPr/>
        </p:nvGrpSpPr>
        <p:grpSpPr>
          <a:xfrm rot="14812035">
            <a:off x="9955002" y="292951"/>
            <a:ext cx="1193573" cy="1110589"/>
            <a:chOff x="827350" y="3629733"/>
            <a:chExt cx="1431600" cy="1332067"/>
          </a:xfrm>
        </p:grpSpPr>
        <p:sp>
          <p:nvSpPr>
            <p:cNvPr id="13" name="Google Shape;311;p30">
              <a:extLst>
                <a:ext uri="{FF2B5EF4-FFF2-40B4-BE49-F238E27FC236}">
                  <a16:creationId xmlns:a16="http://schemas.microsoft.com/office/drawing/2014/main" id="{881B927B-F774-D8DA-B786-95CD2852AFF5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Google Shape;312;p30">
              <a:extLst>
                <a:ext uri="{FF2B5EF4-FFF2-40B4-BE49-F238E27FC236}">
                  <a16:creationId xmlns:a16="http://schemas.microsoft.com/office/drawing/2014/main" id="{D90DF374-FBBA-79AB-A13F-6F508A69F9D8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Google Shape;313;p30">
              <a:extLst>
                <a:ext uri="{FF2B5EF4-FFF2-40B4-BE49-F238E27FC236}">
                  <a16:creationId xmlns:a16="http://schemas.microsoft.com/office/drawing/2014/main" id="{8ADD0847-504F-EFCB-D90C-B3456586492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6" name="Google Shape;314;p30">
            <a:extLst>
              <a:ext uri="{FF2B5EF4-FFF2-40B4-BE49-F238E27FC236}">
                <a16:creationId xmlns:a16="http://schemas.microsoft.com/office/drawing/2014/main" id="{118E42FE-3C6B-82C1-69F4-4562366206F6}"/>
              </a:ext>
            </a:extLst>
          </p:cNvPr>
          <p:cNvGrpSpPr/>
          <p:nvPr/>
        </p:nvGrpSpPr>
        <p:grpSpPr>
          <a:xfrm>
            <a:off x="10841711" y="1420954"/>
            <a:ext cx="798643" cy="743116"/>
            <a:chOff x="827350" y="3629733"/>
            <a:chExt cx="1431600" cy="1332067"/>
          </a:xfrm>
        </p:grpSpPr>
        <p:sp>
          <p:nvSpPr>
            <p:cNvPr id="17" name="Google Shape;315;p30">
              <a:extLst>
                <a:ext uri="{FF2B5EF4-FFF2-40B4-BE49-F238E27FC236}">
                  <a16:creationId xmlns:a16="http://schemas.microsoft.com/office/drawing/2014/main" id="{E2EB4F9C-73F0-288F-713A-F60C533534ED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8" name="Google Shape;316;p30">
              <a:extLst>
                <a:ext uri="{FF2B5EF4-FFF2-40B4-BE49-F238E27FC236}">
                  <a16:creationId xmlns:a16="http://schemas.microsoft.com/office/drawing/2014/main" id="{97979220-0805-7775-89AE-D80C0D85FF5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Google Shape;317;p30">
              <a:extLst>
                <a:ext uri="{FF2B5EF4-FFF2-40B4-BE49-F238E27FC236}">
                  <a16:creationId xmlns:a16="http://schemas.microsoft.com/office/drawing/2014/main" id="{A1C1A7A5-E161-2B04-DEF6-C59F5A5AE56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0" name="Google Shape;318;p30">
            <a:extLst>
              <a:ext uri="{FF2B5EF4-FFF2-40B4-BE49-F238E27FC236}">
                <a16:creationId xmlns:a16="http://schemas.microsoft.com/office/drawing/2014/main" id="{8FD18C2D-8903-565E-6E32-3AE50D6B597F}"/>
              </a:ext>
            </a:extLst>
          </p:cNvPr>
          <p:cNvGrpSpPr/>
          <p:nvPr/>
        </p:nvGrpSpPr>
        <p:grpSpPr>
          <a:xfrm rot="5400000">
            <a:off x="9201641" y="827560"/>
            <a:ext cx="619024" cy="575985"/>
            <a:chOff x="827350" y="3629733"/>
            <a:chExt cx="1431600" cy="1332067"/>
          </a:xfrm>
        </p:grpSpPr>
        <p:sp>
          <p:nvSpPr>
            <p:cNvPr id="21" name="Google Shape;319;p30">
              <a:extLst>
                <a:ext uri="{FF2B5EF4-FFF2-40B4-BE49-F238E27FC236}">
                  <a16:creationId xmlns:a16="http://schemas.microsoft.com/office/drawing/2014/main" id="{3D1A5D31-FF03-39A9-AEEC-ADC7F98ED218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2" name="Google Shape;320;p30">
              <a:extLst>
                <a:ext uri="{FF2B5EF4-FFF2-40B4-BE49-F238E27FC236}">
                  <a16:creationId xmlns:a16="http://schemas.microsoft.com/office/drawing/2014/main" id="{B39BCDDD-1DE4-F487-2ED6-5371F47525AA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3" name="Google Shape;321;p30">
              <a:extLst>
                <a:ext uri="{FF2B5EF4-FFF2-40B4-BE49-F238E27FC236}">
                  <a16:creationId xmlns:a16="http://schemas.microsoft.com/office/drawing/2014/main" id="{251A564F-C417-5E3E-AB68-AA847348382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6" name="Google Shape;284;p30">
            <a:extLst>
              <a:ext uri="{FF2B5EF4-FFF2-40B4-BE49-F238E27FC236}">
                <a16:creationId xmlns:a16="http://schemas.microsoft.com/office/drawing/2014/main" id="{35A3A9E6-6E0D-AB58-632C-15B1A45D7B6D}"/>
              </a:ext>
            </a:extLst>
          </p:cNvPr>
          <p:cNvGrpSpPr/>
          <p:nvPr/>
        </p:nvGrpSpPr>
        <p:grpSpPr>
          <a:xfrm>
            <a:off x="1342410" y="650129"/>
            <a:ext cx="384801" cy="1462257"/>
            <a:chOff x="1006700" y="2603975"/>
            <a:chExt cx="55450" cy="210700"/>
          </a:xfrm>
        </p:grpSpPr>
        <p:sp>
          <p:nvSpPr>
            <p:cNvPr id="27" name="Google Shape;285;p30">
              <a:extLst>
                <a:ext uri="{FF2B5EF4-FFF2-40B4-BE49-F238E27FC236}">
                  <a16:creationId xmlns:a16="http://schemas.microsoft.com/office/drawing/2014/main" id="{36D36515-1D64-615F-4D2D-5E81EF1A5638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" name="Google Shape;286;p30">
              <a:extLst>
                <a:ext uri="{FF2B5EF4-FFF2-40B4-BE49-F238E27FC236}">
                  <a16:creationId xmlns:a16="http://schemas.microsoft.com/office/drawing/2014/main" id="{89142A80-2408-0DEF-2924-2B51CC12719C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" name="Google Shape;287;p30">
              <a:extLst>
                <a:ext uri="{FF2B5EF4-FFF2-40B4-BE49-F238E27FC236}">
                  <a16:creationId xmlns:a16="http://schemas.microsoft.com/office/drawing/2014/main" id="{F1ACB421-E2F8-6712-07FC-6760252AE6E2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0" name="Google Shape;288;p30">
              <a:extLst>
                <a:ext uri="{FF2B5EF4-FFF2-40B4-BE49-F238E27FC236}">
                  <a16:creationId xmlns:a16="http://schemas.microsoft.com/office/drawing/2014/main" id="{109D184D-7333-2AEF-C45A-1ED65AF16DF5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1" name="Google Shape;289;p30">
              <a:extLst>
                <a:ext uri="{FF2B5EF4-FFF2-40B4-BE49-F238E27FC236}">
                  <a16:creationId xmlns:a16="http://schemas.microsoft.com/office/drawing/2014/main" id="{AE23A583-070B-5D7D-69A5-47C16C22BD2C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2" name="Google Shape;290;p30">
              <a:extLst>
                <a:ext uri="{FF2B5EF4-FFF2-40B4-BE49-F238E27FC236}">
                  <a16:creationId xmlns:a16="http://schemas.microsoft.com/office/drawing/2014/main" id="{C7D335A3-04FB-7974-7467-79E2D7F8F32F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3" name="Google Shape;298;p30">
            <a:extLst>
              <a:ext uri="{FF2B5EF4-FFF2-40B4-BE49-F238E27FC236}">
                <a16:creationId xmlns:a16="http://schemas.microsoft.com/office/drawing/2014/main" id="{43E03CE2-60C0-8CE5-5841-515F630D578A}"/>
              </a:ext>
            </a:extLst>
          </p:cNvPr>
          <p:cNvGrpSpPr/>
          <p:nvPr/>
        </p:nvGrpSpPr>
        <p:grpSpPr>
          <a:xfrm>
            <a:off x="734833" y="4839603"/>
            <a:ext cx="1571516" cy="1462255"/>
            <a:chOff x="827350" y="3629733"/>
            <a:chExt cx="1431600" cy="1332067"/>
          </a:xfrm>
        </p:grpSpPr>
        <p:sp>
          <p:nvSpPr>
            <p:cNvPr id="34" name="Google Shape;299;p30">
              <a:extLst>
                <a:ext uri="{FF2B5EF4-FFF2-40B4-BE49-F238E27FC236}">
                  <a16:creationId xmlns:a16="http://schemas.microsoft.com/office/drawing/2014/main" id="{3C10D9F4-4006-65AB-7E0B-EB6769C8FF4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5" name="Google Shape;300;p30">
              <a:extLst>
                <a:ext uri="{FF2B5EF4-FFF2-40B4-BE49-F238E27FC236}">
                  <a16:creationId xmlns:a16="http://schemas.microsoft.com/office/drawing/2014/main" id="{E79AD7A7-99E1-EDF7-BE97-27A62D998413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Google Shape;301;p30">
              <a:extLst>
                <a:ext uri="{FF2B5EF4-FFF2-40B4-BE49-F238E27FC236}">
                  <a16:creationId xmlns:a16="http://schemas.microsoft.com/office/drawing/2014/main" id="{B3049AA9-7E7A-BFE9-9CD3-BF118EC390CE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7" name="Google Shape;302;p30">
            <a:extLst>
              <a:ext uri="{FF2B5EF4-FFF2-40B4-BE49-F238E27FC236}">
                <a16:creationId xmlns:a16="http://schemas.microsoft.com/office/drawing/2014/main" id="{EB2595E9-2949-510C-44AE-FACBD8705FE5}"/>
              </a:ext>
            </a:extLst>
          </p:cNvPr>
          <p:cNvGrpSpPr/>
          <p:nvPr/>
        </p:nvGrpSpPr>
        <p:grpSpPr>
          <a:xfrm>
            <a:off x="430136" y="3870413"/>
            <a:ext cx="1041632" cy="969212"/>
            <a:chOff x="827350" y="3629733"/>
            <a:chExt cx="1431600" cy="1332067"/>
          </a:xfrm>
        </p:grpSpPr>
        <p:sp>
          <p:nvSpPr>
            <p:cNvPr id="38" name="Google Shape;303;p30">
              <a:extLst>
                <a:ext uri="{FF2B5EF4-FFF2-40B4-BE49-F238E27FC236}">
                  <a16:creationId xmlns:a16="http://schemas.microsoft.com/office/drawing/2014/main" id="{6248E4AD-D3F1-F345-6038-40100634779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9" name="Google Shape;304;p30">
              <a:extLst>
                <a:ext uri="{FF2B5EF4-FFF2-40B4-BE49-F238E27FC236}">
                  <a16:creationId xmlns:a16="http://schemas.microsoft.com/office/drawing/2014/main" id="{24D3946A-1CBA-EF92-D093-FC1B97D3E78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Google Shape;305;p30">
              <a:extLst>
                <a:ext uri="{FF2B5EF4-FFF2-40B4-BE49-F238E27FC236}">
                  <a16:creationId xmlns:a16="http://schemas.microsoft.com/office/drawing/2014/main" id="{ADF561B3-0F46-61F8-B5EA-958E84DE559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41" name="Google Shape;306;p30">
            <a:extLst>
              <a:ext uri="{FF2B5EF4-FFF2-40B4-BE49-F238E27FC236}">
                <a16:creationId xmlns:a16="http://schemas.microsoft.com/office/drawing/2014/main" id="{FE9BF60C-259B-6C2D-39D9-ECA48C901CD1}"/>
              </a:ext>
            </a:extLst>
          </p:cNvPr>
          <p:cNvGrpSpPr/>
          <p:nvPr/>
        </p:nvGrpSpPr>
        <p:grpSpPr>
          <a:xfrm>
            <a:off x="2421586" y="5859798"/>
            <a:ext cx="475100" cy="442069"/>
            <a:chOff x="827350" y="3629733"/>
            <a:chExt cx="1431600" cy="1332067"/>
          </a:xfrm>
        </p:grpSpPr>
        <p:sp>
          <p:nvSpPr>
            <p:cNvPr id="42" name="Google Shape;307;p30">
              <a:extLst>
                <a:ext uri="{FF2B5EF4-FFF2-40B4-BE49-F238E27FC236}">
                  <a16:creationId xmlns:a16="http://schemas.microsoft.com/office/drawing/2014/main" id="{8E48B295-0851-B73C-81E8-7D961AFCCE1F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3" name="Google Shape;308;p30">
              <a:extLst>
                <a:ext uri="{FF2B5EF4-FFF2-40B4-BE49-F238E27FC236}">
                  <a16:creationId xmlns:a16="http://schemas.microsoft.com/office/drawing/2014/main" id="{6405290F-5986-6F51-753E-5D7DC71929AD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4" name="Google Shape;309;p30">
              <a:extLst>
                <a:ext uri="{FF2B5EF4-FFF2-40B4-BE49-F238E27FC236}">
                  <a16:creationId xmlns:a16="http://schemas.microsoft.com/office/drawing/2014/main" id="{77E6AF5F-9519-D000-7302-1C5E534BE3B3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47722" y="2016092"/>
              <a:ext cx="4783107" cy="326063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83107" cy="326063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988450" ay="3943343" az="912359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8597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347722" y="2016092"/>
                <a:ext cx="4783107" cy="3260633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Freeform 6">
            <a:extLst>
              <a:ext uri="{FF2B5EF4-FFF2-40B4-BE49-F238E27FC236}">
                <a16:creationId xmlns:a16="http://schemas.microsoft.com/office/drawing/2014/main" id="{80D29F6C-DCB5-494E-B8A3-5CC60E027E20}"/>
              </a:ext>
            </a:extLst>
          </p:cNvPr>
          <p:cNvSpPr/>
          <p:nvPr/>
        </p:nvSpPr>
        <p:spPr>
          <a:xfrm>
            <a:off x="5355980" y="2252159"/>
            <a:ext cx="6476096" cy="4069343"/>
          </a:xfrm>
          <a:custGeom>
            <a:avLst/>
            <a:gdLst/>
            <a:ahLst/>
            <a:cxnLst/>
            <a:rect l="l" t="t" r="r" b="b"/>
            <a:pathLst>
              <a:path w="13771067" h="5869917">
                <a:moveTo>
                  <a:pt x="0" y="0"/>
                </a:moveTo>
                <a:lnTo>
                  <a:pt x="13771068" y="0"/>
                </a:lnTo>
                <a:lnTo>
                  <a:pt x="13771068" y="5869917"/>
                </a:lnTo>
                <a:lnTo>
                  <a:pt x="0" y="5869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ZoneTexte 23">
            <a:extLst>
              <a:ext uri="{FF2B5EF4-FFF2-40B4-BE49-F238E27FC236}">
                <a16:creationId xmlns:a16="http://schemas.microsoft.com/office/drawing/2014/main" id="{47A674F9-CE30-4AA0-B566-5FD1C380A8E6}"/>
              </a:ext>
            </a:extLst>
          </p:cNvPr>
          <p:cNvSpPr txBox="1"/>
          <p:nvPr/>
        </p:nvSpPr>
        <p:spPr>
          <a:xfrm>
            <a:off x="5420045" y="1474315"/>
            <a:ext cx="61022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219170" rtl="1">
              <a:buClr>
                <a:srgbClr val="000000"/>
              </a:buClr>
            </a:pPr>
            <a:r>
              <a:rPr lang="en-US" sz="40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Why Merge the Two Datasets</a:t>
            </a:r>
            <a:endParaRPr kumimoji="0" lang="fr-FR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Arial"/>
            </a:endParaRPr>
          </a:p>
        </p:txBody>
      </p:sp>
      <p:sp>
        <p:nvSpPr>
          <p:cNvPr id="51" name="ZoneTexte 23">
            <a:extLst>
              <a:ext uri="{FF2B5EF4-FFF2-40B4-BE49-F238E27FC236}">
                <a16:creationId xmlns:a16="http://schemas.microsoft.com/office/drawing/2014/main" id="{59B8AA8A-36D8-44D2-92AB-4392B243E3D9}"/>
              </a:ext>
            </a:extLst>
          </p:cNvPr>
          <p:cNvSpPr txBox="1"/>
          <p:nvPr/>
        </p:nvSpPr>
        <p:spPr>
          <a:xfrm>
            <a:off x="5895872" y="2619707"/>
            <a:ext cx="5249160" cy="3334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Both offices: Same structure, sensor types, and methodology</a:t>
            </a:r>
            <a:endParaRPr lang="en-US" sz="32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Reasons to merge:</a:t>
            </a:r>
            <a:endParaRPr lang="en-US" sz="32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Increase dataset size → improves model generalization and accuracy</a:t>
            </a:r>
            <a:endParaRPr lang="en-US" sz="32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Introduce variability → more representative environmental and occupant behaviors</a:t>
            </a:r>
            <a:endParaRPr lang="en-US" sz="32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Simplify workflow → easier preprocessing, analysis, and model development</a:t>
            </a:r>
            <a:endParaRPr lang="en-US" sz="32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7" name="3D Model 46">
                <a:extLst>
                  <a:ext uri="{FF2B5EF4-FFF2-40B4-BE49-F238E27FC236}">
                    <a16:creationId xmlns:a16="http://schemas.microsoft.com/office/drawing/2014/main" id="{DD6223CB-0732-4500-A092-CCF6D9BFB74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44293336"/>
                  </p:ext>
                </p:extLst>
              </p:nvPr>
            </p:nvGraphicFramePr>
            <p:xfrm rot="5400000">
              <a:off x="1490473" y="1921027"/>
              <a:ext cx="4136336" cy="3323569"/>
            </p:xfrm>
            <a:graphic>
              <a:graphicData uri="http://schemas.microsoft.com/office/drawing/2017/model3d">
                <am3d:model3d r:embed="rId7">
                  <am3d:spPr>
                    <a:xfrm rot="5400000">
                      <a:off x="0" y="0"/>
                      <a:ext cx="4136336" cy="3323569"/>
                    </a:xfrm>
                    <a:prstGeom prst="rect">
                      <a:avLst/>
                    </a:prstGeom>
                  </am3d:spPr>
                  <am3d:camera>
                    <am3d:pos x="0" y="0" z="610577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2765" d="1000000"/>
                    <am3d:preTrans dx="355682" dy="0" dz="-210002"/>
                    <am3d:scale>
                      <am3d:sx n="1000000" d="1000000"/>
                      <am3d:sy n="1000000" d="1000000"/>
                      <am3d:sz n="1000000" d="1000000"/>
                    </am3d:scale>
                    <am3d:rot ax="-5373723" ay="343720" az="-5137169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541865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7" name="3D Model 46">
                <a:extLst>
                  <a:ext uri="{FF2B5EF4-FFF2-40B4-BE49-F238E27FC236}">
                    <a16:creationId xmlns:a16="http://schemas.microsoft.com/office/drawing/2014/main" id="{DD6223CB-0732-4500-A092-CCF6D9BFB74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5400000">
                <a:off x="1490473" y="1921027"/>
                <a:ext cx="4136336" cy="332356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2932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5211F0F6-A632-A00E-2941-24C5220F494F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1847" t="10080"/>
          <a:stretch/>
        </p:blipFill>
        <p:spPr>
          <a:xfrm>
            <a:off x="0" y="-195868"/>
            <a:ext cx="8011632" cy="505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E05C4C6D-2D8D-9E2B-5D19-F1AD0BBC6B54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5261" t="6068"/>
          <a:stretch/>
        </p:blipFill>
        <p:spPr>
          <a:xfrm rot="-10799997">
            <a:off x="5831428" y="2463904"/>
            <a:ext cx="6883403" cy="47243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310;p30">
            <a:extLst>
              <a:ext uri="{FF2B5EF4-FFF2-40B4-BE49-F238E27FC236}">
                <a16:creationId xmlns:a16="http://schemas.microsoft.com/office/drawing/2014/main" id="{876A2C92-34FA-E68B-EDAF-356A12205B08}"/>
              </a:ext>
            </a:extLst>
          </p:cNvPr>
          <p:cNvGrpSpPr/>
          <p:nvPr/>
        </p:nvGrpSpPr>
        <p:grpSpPr>
          <a:xfrm rot="14812035">
            <a:off x="9955002" y="292951"/>
            <a:ext cx="1193573" cy="1110589"/>
            <a:chOff x="827350" y="3629733"/>
            <a:chExt cx="1431600" cy="1332067"/>
          </a:xfrm>
        </p:grpSpPr>
        <p:sp>
          <p:nvSpPr>
            <p:cNvPr id="13" name="Google Shape;311;p30">
              <a:extLst>
                <a:ext uri="{FF2B5EF4-FFF2-40B4-BE49-F238E27FC236}">
                  <a16:creationId xmlns:a16="http://schemas.microsoft.com/office/drawing/2014/main" id="{881B927B-F774-D8DA-B786-95CD2852AFF5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Google Shape;312;p30">
              <a:extLst>
                <a:ext uri="{FF2B5EF4-FFF2-40B4-BE49-F238E27FC236}">
                  <a16:creationId xmlns:a16="http://schemas.microsoft.com/office/drawing/2014/main" id="{D90DF374-FBBA-79AB-A13F-6F508A69F9D8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Google Shape;313;p30">
              <a:extLst>
                <a:ext uri="{FF2B5EF4-FFF2-40B4-BE49-F238E27FC236}">
                  <a16:creationId xmlns:a16="http://schemas.microsoft.com/office/drawing/2014/main" id="{8ADD0847-504F-EFCB-D90C-B3456586492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6" name="Google Shape;314;p30">
            <a:extLst>
              <a:ext uri="{FF2B5EF4-FFF2-40B4-BE49-F238E27FC236}">
                <a16:creationId xmlns:a16="http://schemas.microsoft.com/office/drawing/2014/main" id="{118E42FE-3C6B-82C1-69F4-4562366206F6}"/>
              </a:ext>
            </a:extLst>
          </p:cNvPr>
          <p:cNvGrpSpPr/>
          <p:nvPr/>
        </p:nvGrpSpPr>
        <p:grpSpPr>
          <a:xfrm>
            <a:off x="10841711" y="1420954"/>
            <a:ext cx="798643" cy="743116"/>
            <a:chOff x="827350" y="3629733"/>
            <a:chExt cx="1431600" cy="1332067"/>
          </a:xfrm>
        </p:grpSpPr>
        <p:sp>
          <p:nvSpPr>
            <p:cNvPr id="17" name="Google Shape;315;p30">
              <a:extLst>
                <a:ext uri="{FF2B5EF4-FFF2-40B4-BE49-F238E27FC236}">
                  <a16:creationId xmlns:a16="http://schemas.microsoft.com/office/drawing/2014/main" id="{E2EB4F9C-73F0-288F-713A-F60C533534ED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8" name="Google Shape;316;p30">
              <a:extLst>
                <a:ext uri="{FF2B5EF4-FFF2-40B4-BE49-F238E27FC236}">
                  <a16:creationId xmlns:a16="http://schemas.microsoft.com/office/drawing/2014/main" id="{97979220-0805-7775-89AE-D80C0D85FF5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Google Shape;317;p30">
              <a:extLst>
                <a:ext uri="{FF2B5EF4-FFF2-40B4-BE49-F238E27FC236}">
                  <a16:creationId xmlns:a16="http://schemas.microsoft.com/office/drawing/2014/main" id="{A1C1A7A5-E161-2B04-DEF6-C59F5A5AE56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0" name="Google Shape;318;p30">
            <a:extLst>
              <a:ext uri="{FF2B5EF4-FFF2-40B4-BE49-F238E27FC236}">
                <a16:creationId xmlns:a16="http://schemas.microsoft.com/office/drawing/2014/main" id="{8FD18C2D-8903-565E-6E32-3AE50D6B597F}"/>
              </a:ext>
            </a:extLst>
          </p:cNvPr>
          <p:cNvGrpSpPr/>
          <p:nvPr/>
        </p:nvGrpSpPr>
        <p:grpSpPr>
          <a:xfrm rot="5400000">
            <a:off x="9201641" y="827560"/>
            <a:ext cx="619024" cy="575985"/>
            <a:chOff x="827350" y="3629733"/>
            <a:chExt cx="1431600" cy="1332067"/>
          </a:xfrm>
        </p:grpSpPr>
        <p:sp>
          <p:nvSpPr>
            <p:cNvPr id="21" name="Google Shape;319;p30">
              <a:extLst>
                <a:ext uri="{FF2B5EF4-FFF2-40B4-BE49-F238E27FC236}">
                  <a16:creationId xmlns:a16="http://schemas.microsoft.com/office/drawing/2014/main" id="{3D1A5D31-FF03-39A9-AEEC-ADC7F98ED218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2" name="Google Shape;320;p30">
              <a:extLst>
                <a:ext uri="{FF2B5EF4-FFF2-40B4-BE49-F238E27FC236}">
                  <a16:creationId xmlns:a16="http://schemas.microsoft.com/office/drawing/2014/main" id="{B39BCDDD-1DE4-F487-2ED6-5371F47525AA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3" name="Google Shape;321;p30">
              <a:extLst>
                <a:ext uri="{FF2B5EF4-FFF2-40B4-BE49-F238E27FC236}">
                  <a16:creationId xmlns:a16="http://schemas.microsoft.com/office/drawing/2014/main" id="{251A564F-C417-5E3E-AB68-AA847348382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6" name="Google Shape;284;p30">
            <a:extLst>
              <a:ext uri="{FF2B5EF4-FFF2-40B4-BE49-F238E27FC236}">
                <a16:creationId xmlns:a16="http://schemas.microsoft.com/office/drawing/2014/main" id="{35A3A9E6-6E0D-AB58-632C-15B1A45D7B6D}"/>
              </a:ext>
            </a:extLst>
          </p:cNvPr>
          <p:cNvGrpSpPr/>
          <p:nvPr/>
        </p:nvGrpSpPr>
        <p:grpSpPr>
          <a:xfrm>
            <a:off x="1342410" y="650129"/>
            <a:ext cx="384801" cy="1462257"/>
            <a:chOff x="1006700" y="2603975"/>
            <a:chExt cx="55450" cy="210700"/>
          </a:xfrm>
        </p:grpSpPr>
        <p:sp>
          <p:nvSpPr>
            <p:cNvPr id="27" name="Google Shape;285;p30">
              <a:extLst>
                <a:ext uri="{FF2B5EF4-FFF2-40B4-BE49-F238E27FC236}">
                  <a16:creationId xmlns:a16="http://schemas.microsoft.com/office/drawing/2014/main" id="{36D36515-1D64-615F-4D2D-5E81EF1A5638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" name="Google Shape;286;p30">
              <a:extLst>
                <a:ext uri="{FF2B5EF4-FFF2-40B4-BE49-F238E27FC236}">
                  <a16:creationId xmlns:a16="http://schemas.microsoft.com/office/drawing/2014/main" id="{89142A80-2408-0DEF-2924-2B51CC12719C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" name="Google Shape;287;p30">
              <a:extLst>
                <a:ext uri="{FF2B5EF4-FFF2-40B4-BE49-F238E27FC236}">
                  <a16:creationId xmlns:a16="http://schemas.microsoft.com/office/drawing/2014/main" id="{F1ACB421-E2F8-6712-07FC-6760252AE6E2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0" name="Google Shape;288;p30">
              <a:extLst>
                <a:ext uri="{FF2B5EF4-FFF2-40B4-BE49-F238E27FC236}">
                  <a16:creationId xmlns:a16="http://schemas.microsoft.com/office/drawing/2014/main" id="{109D184D-7333-2AEF-C45A-1ED65AF16DF5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1" name="Google Shape;289;p30">
              <a:extLst>
                <a:ext uri="{FF2B5EF4-FFF2-40B4-BE49-F238E27FC236}">
                  <a16:creationId xmlns:a16="http://schemas.microsoft.com/office/drawing/2014/main" id="{AE23A583-070B-5D7D-69A5-47C16C22BD2C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2" name="Google Shape;290;p30">
              <a:extLst>
                <a:ext uri="{FF2B5EF4-FFF2-40B4-BE49-F238E27FC236}">
                  <a16:creationId xmlns:a16="http://schemas.microsoft.com/office/drawing/2014/main" id="{C7D335A3-04FB-7974-7467-79E2D7F8F32F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3" name="Google Shape;298;p30">
            <a:extLst>
              <a:ext uri="{FF2B5EF4-FFF2-40B4-BE49-F238E27FC236}">
                <a16:creationId xmlns:a16="http://schemas.microsoft.com/office/drawing/2014/main" id="{43E03CE2-60C0-8CE5-5841-515F630D578A}"/>
              </a:ext>
            </a:extLst>
          </p:cNvPr>
          <p:cNvGrpSpPr/>
          <p:nvPr/>
        </p:nvGrpSpPr>
        <p:grpSpPr>
          <a:xfrm>
            <a:off x="734833" y="4839603"/>
            <a:ext cx="1571516" cy="1462255"/>
            <a:chOff x="827350" y="3629733"/>
            <a:chExt cx="1431600" cy="1332067"/>
          </a:xfrm>
        </p:grpSpPr>
        <p:sp>
          <p:nvSpPr>
            <p:cNvPr id="34" name="Google Shape;299;p30">
              <a:extLst>
                <a:ext uri="{FF2B5EF4-FFF2-40B4-BE49-F238E27FC236}">
                  <a16:creationId xmlns:a16="http://schemas.microsoft.com/office/drawing/2014/main" id="{3C10D9F4-4006-65AB-7E0B-EB6769C8FF4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5" name="Google Shape;300;p30">
              <a:extLst>
                <a:ext uri="{FF2B5EF4-FFF2-40B4-BE49-F238E27FC236}">
                  <a16:creationId xmlns:a16="http://schemas.microsoft.com/office/drawing/2014/main" id="{E79AD7A7-99E1-EDF7-BE97-27A62D998413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Google Shape;301;p30">
              <a:extLst>
                <a:ext uri="{FF2B5EF4-FFF2-40B4-BE49-F238E27FC236}">
                  <a16:creationId xmlns:a16="http://schemas.microsoft.com/office/drawing/2014/main" id="{B3049AA9-7E7A-BFE9-9CD3-BF118EC390CE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7" name="Google Shape;302;p30">
            <a:extLst>
              <a:ext uri="{FF2B5EF4-FFF2-40B4-BE49-F238E27FC236}">
                <a16:creationId xmlns:a16="http://schemas.microsoft.com/office/drawing/2014/main" id="{EB2595E9-2949-510C-44AE-FACBD8705FE5}"/>
              </a:ext>
            </a:extLst>
          </p:cNvPr>
          <p:cNvGrpSpPr/>
          <p:nvPr/>
        </p:nvGrpSpPr>
        <p:grpSpPr>
          <a:xfrm>
            <a:off x="430136" y="3870413"/>
            <a:ext cx="1041632" cy="969212"/>
            <a:chOff x="827350" y="3629733"/>
            <a:chExt cx="1431600" cy="1332067"/>
          </a:xfrm>
        </p:grpSpPr>
        <p:sp>
          <p:nvSpPr>
            <p:cNvPr id="38" name="Google Shape;303;p30">
              <a:extLst>
                <a:ext uri="{FF2B5EF4-FFF2-40B4-BE49-F238E27FC236}">
                  <a16:creationId xmlns:a16="http://schemas.microsoft.com/office/drawing/2014/main" id="{6248E4AD-D3F1-F345-6038-40100634779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9" name="Google Shape;304;p30">
              <a:extLst>
                <a:ext uri="{FF2B5EF4-FFF2-40B4-BE49-F238E27FC236}">
                  <a16:creationId xmlns:a16="http://schemas.microsoft.com/office/drawing/2014/main" id="{24D3946A-1CBA-EF92-D093-FC1B97D3E78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Google Shape;305;p30">
              <a:extLst>
                <a:ext uri="{FF2B5EF4-FFF2-40B4-BE49-F238E27FC236}">
                  <a16:creationId xmlns:a16="http://schemas.microsoft.com/office/drawing/2014/main" id="{ADF561B3-0F46-61F8-B5EA-958E84DE559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41" name="Google Shape;306;p30">
            <a:extLst>
              <a:ext uri="{FF2B5EF4-FFF2-40B4-BE49-F238E27FC236}">
                <a16:creationId xmlns:a16="http://schemas.microsoft.com/office/drawing/2014/main" id="{FE9BF60C-259B-6C2D-39D9-ECA48C901CD1}"/>
              </a:ext>
            </a:extLst>
          </p:cNvPr>
          <p:cNvGrpSpPr/>
          <p:nvPr/>
        </p:nvGrpSpPr>
        <p:grpSpPr>
          <a:xfrm>
            <a:off x="2421586" y="5859798"/>
            <a:ext cx="475100" cy="442069"/>
            <a:chOff x="827350" y="3629733"/>
            <a:chExt cx="1431600" cy="1332067"/>
          </a:xfrm>
        </p:grpSpPr>
        <p:sp>
          <p:nvSpPr>
            <p:cNvPr id="42" name="Google Shape;307;p30">
              <a:extLst>
                <a:ext uri="{FF2B5EF4-FFF2-40B4-BE49-F238E27FC236}">
                  <a16:creationId xmlns:a16="http://schemas.microsoft.com/office/drawing/2014/main" id="{8E48B295-0851-B73C-81E8-7D961AFCCE1F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3" name="Google Shape;308;p30">
              <a:extLst>
                <a:ext uri="{FF2B5EF4-FFF2-40B4-BE49-F238E27FC236}">
                  <a16:creationId xmlns:a16="http://schemas.microsoft.com/office/drawing/2014/main" id="{6405290F-5986-6F51-753E-5D7DC71929AD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4" name="Google Shape;309;p30">
              <a:extLst>
                <a:ext uri="{FF2B5EF4-FFF2-40B4-BE49-F238E27FC236}">
                  <a16:creationId xmlns:a16="http://schemas.microsoft.com/office/drawing/2014/main" id="{77E6AF5F-9519-D000-7302-1C5E534BE3B3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47722" y="2016092"/>
              <a:ext cx="4783107" cy="326063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83107" cy="326063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988450" ay="3943343" az="912359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8597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347722" y="2016092"/>
                <a:ext cx="4783107" cy="3260633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Freeform 6">
            <a:extLst>
              <a:ext uri="{FF2B5EF4-FFF2-40B4-BE49-F238E27FC236}">
                <a16:creationId xmlns:a16="http://schemas.microsoft.com/office/drawing/2014/main" id="{80D29F6C-DCB5-494E-B8A3-5CC60E027E20}"/>
              </a:ext>
            </a:extLst>
          </p:cNvPr>
          <p:cNvSpPr/>
          <p:nvPr/>
        </p:nvSpPr>
        <p:spPr>
          <a:xfrm>
            <a:off x="5355980" y="2252159"/>
            <a:ext cx="6476096" cy="4069343"/>
          </a:xfrm>
          <a:custGeom>
            <a:avLst/>
            <a:gdLst/>
            <a:ahLst/>
            <a:cxnLst/>
            <a:rect l="l" t="t" r="r" b="b"/>
            <a:pathLst>
              <a:path w="13771067" h="5869917">
                <a:moveTo>
                  <a:pt x="0" y="0"/>
                </a:moveTo>
                <a:lnTo>
                  <a:pt x="13771068" y="0"/>
                </a:lnTo>
                <a:lnTo>
                  <a:pt x="13771068" y="5869917"/>
                </a:lnTo>
                <a:lnTo>
                  <a:pt x="0" y="5869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ZoneTexte 23">
            <a:extLst>
              <a:ext uri="{FF2B5EF4-FFF2-40B4-BE49-F238E27FC236}">
                <a16:creationId xmlns:a16="http://schemas.microsoft.com/office/drawing/2014/main" id="{47A674F9-CE30-4AA0-B566-5FD1C380A8E6}"/>
              </a:ext>
            </a:extLst>
          </p:cNvPr>
          <p:cNvSpPr txBox="1"/>
          <p:nvPr/>
        </p:nvSpPr>
        <p:spPr>
          <a:xfrm>
            <a:off x="5420045" y="1474315"/>
            <a:ext cx="61022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219170" rtl="1">
              <a:buClr>
                <a:srgbClr val="000000"/>
              </a:buClr>
            </a:pPr>
            <a:r>
              <a:rPr lang="en-US" sz="40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Data Cleaning &amp; Column Removal</a:t>
            </a:r>
            <a:endParaRPr kumimoji="0" lang="fr-FR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Arial"/>
            </a:endParaRPr>
          </a:p>
        </p:txBody>
      </p:sp>
      <p:sp>
        <p:nvSpPr>
          <p:cNvPr id="51" name="ZoneTexte 23">
            <a:extLst>
              <a:ext uri="{FF2B5EF4-FFF2-40B4-BE49-F238E27FC236}">
                <a16:creationId xmlns:a16="http://schemas.microsoft.com/office/drawing/2014/main" id="{59B8AA8A-36D8-44D2-92AB-4392B243E3D9}"/>
              </a:ext>
            </a:extLst>
          </p:cNvPr>
          <p:cNvSpPr txBox="1"/>
          <p:nvPr/>
        </p:nvSpPr>
        <p:spPr>
          <a:xfrm>
            <a:off x="5862497" y="2665542"/>
            <a:ext cx="5249160" cy="337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Removed redundant/uninformative columns: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Unnamed: 0 → auto-generated index, no analytical value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DAY &amp; TIME → not needed, no time-series modeling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kern="100" dirty="0" err="1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Ev</a:t>
            </a: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 → constant value, does not help model learning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5" name="3D Model 44">
                <a:extLst>
                  <a:ext uri="{FF2B5EF4-FFF2-40B4-BE49-F238E27FC236}">
                    <a16:creationId xmlns:a16="http://schemas.microsoft.com/office/drawing/2014/main" id="{1520E638-C980-47B5-A387-A54CE4B7EB9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8943844"/>
                  </p:ext>
                </p:extLst>
              </p:nvPr>
            </p:nvGraphicFramePr>
            <p:xfrm rot="5400000">
              <a:off x="1444091" y="1930550"/>
              <a:ext cx="4229099" cy="3304522"/>
            </p:xfrm>
            <a:graphic>
              <a:graphicData uri="http://schemas.microsoft.com/office/drawing/2017/model3d">
                <am3d:model3d r:embed="rId7">
                  <am3d:spPr>
                    <a:xfrm rot="5400000">
                      <a:off x="0" y="0"/>
                      <a:ext cx="4229099" cy="3304522"/>
                    </a:xfrm>
                    <a:prstGeom prst="rect">
                      <a:avLst/>
                    </a:prstGeom>
                  </am3d:spPr>
                  <am3d:camera>
                    <am3d:pos x="0" y="0" z="610577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2765" d="1000000"/>
                    <am3d:preTrans dx="355682" dy="0" dz="-210002"/>
                    <am3d:scale>
                      <am3d:sx n="1000000" d="1000000"/>
                      <am3d:sy n="1000000" d="1000000"/>
                      <am3d:sz n="1000000" d="1000000"/>
                    </am3d:scale>
                    <am3d:rot ax="5414385" ay="-580820" az="5314462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54186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5" name="3D Model 44">
                <a:extLst>
                  <a:ext uri="{FF2B5EF4-FFF2-40B4-BE49-F238E27FC236}">
                    <a16:creationId xmlns:a16="http://schemas.microsoft.com/office/drawing/2014/main" id="{1520E638-C980-47B5-A387-A54CE4B7EB9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5400000">
                <a:off x="1444091" y="1930550"/>
                <a:ext cx="4229099" cy="330452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4888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5211F0F6-A632-A00E-2941-24C5220F494F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1847" t="10080"/>
          <a:stretch/>
        </p:blipFill>
        <p:spPr>
          <a:xfrm>
            <a:off x="0" y="-195868"/>
            <a:ext cx="8011632" cy="505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E05C4C6D-2D8D-9E2B-5D19-F1AD0BBC6B54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5261" t="6068"/>
          <a:stretch/>
        </p:blipFill>
        <p:spPr>
          <a:xfrm rot="-10799997">
            <a:off x="5831428" y="2463904"/>
            <a:ext cx="6883403" cy="47243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291;p30">
            <a:extLst>
              <a:ext uri="{FF2B5EF4-FFF2-40B4-BE49-F238E27FC236}">
                <a16:creationId xmlns:a16="http://schemas.microsoft.com/office/drawing/2014/main" id="{D2491D4E-A509-942E-0114-7BEEA8C1DB76}"/>
              </a:ext>
            </a:extLst>
          </p:cNvPr>
          <p:cNvGrpSpPr/>
          <p:nvPr/>
        </p:nvGrpSpPr>
        <p:grpSpPr>
          <a:xfrm rot="5400000">
            <a:off x="10359410" y="5209029"/>
            <a:ext cx="384801" cy="1462257"/>
            <a:chOff x="1006700" y="2603975"/>
            <a:chExt cx="55450" cy="210700"/>
          </a:xfrm>
        </p:grpSpPr>
        <p:sp>
          <p:nvSpPr>
            <p:cNvPr id="6" name="Google Shape;292;p30">
              <a:extLst>
                <a:ext uri="{FF2B5EF4-FFF2-40B4-BE49-F238E27FC236}">
                  <a16:creationId xmlns:a16="http://schemas.microsoft.com/office/drawing/2014/main" id="{AB681EB5-43D3-6F04-EFF4-45DC579D8359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" name="Google Shape;293;p30">
              <a:extLst>
                <a:ext uri="{FF2B5EF4-FFF2-40B4-BE49-F238E27FC236}">
                  <a16:creationId xmlns:a16="http://schemas.microsoft.com/office/drawing/2014/main" id="{C09B93FB-0C86-E2FF-373A-C8F9541F8EA6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8" name="Google Shape;294;p30">
              <a:extLst>
                <a:ext uri="{FF2B5EF4-FFF2-40B4-BE49-F238E27FC236}">
                  <a16:creationId xmlns:a16="http://schemas.microsoft.com/office/drawing/2014/main" id="{60634A43-76E0-7630-72BA-C47C08FDD611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" name="Google Shape;295;p30">
              <a:extLst>
                <a:ext uri="{FF2B5EF4-FFF2-40B4-BE49-F238E27FC236}">
                  <a16:creationId xmlns:a16="http://schemas.microsoft.com/office/drawing/2014/main" id="{1B903353-D970-7B15-8BAD-BC79DA74D28C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0" name="Google Shape;296;p30">
              <a:extLst>
                <a:ext uri="{FF2B5EF4-FFF2-40B4-BE49-F238E27FC236}">
                  <a16:creationId xmlns:a16="http://schemas.microsoft.com/office/drawing/2014/main" id="{37A3C4FB-6CA6-8838-9914-749D3974CD7C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Google Shape;297;p30">
              <a:extLst>
                <a:ext uri="{FF2B5EF4-FFF2-40B4-BE49-F238E27FC236}">
                  <a16:creationId xmlns:a16="http://schemas.microsoft.com/office/drawing/2014/main" id="{36A7577C-A1D4-EEAD-7664-F3AF7C7F88AC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2" name="Google Shape;310;p30">
            <a:extLst>
              <a:ext uri="{FF2B5EF4-FFF2-40B4-BE49-F238E27FC236}">
                <a16:creationId xmlns:a16="http://schemas.microsoft.com/office/drawing/2014/main" id="{876A2C92-34FA-E68B-EDAF-356A12205B08}"/>
              </a:ext>
            </a:extLst>
          </p:cNvPr>
          <p:cNvGrpSpPr/>
          <p:nvPr/>
        </p:nvGrpSpPr>
        <p:grpSpPr>
          <a:xfrm rot="14812035">
            <a:off x="9955002" y="292951"/>
            <a:ext cx="1193573" cy="1110589"/>
            <a:chOff x="827350" y="3629733"/>
            <a:chExt cx="1431600" cy="1332067"/>
          </a:xfrm>
        </p:grpSpPr>
        <p:sp>
          <p:nvSpPr>
            <p:cNvPr id="13" name="Google Shape;311;p30">
              <a:extLst>
                <a:ext uri="{FF2B5EF4-FFF2-40B4-BE49-F238E27FC236}">
                  <a16:creationId xmlns:a16="http://schemas.microsoft.com/office/drawing/2014/main" id="{881B927B-F774-D8DA-B786-95CD2852AFF5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Google Shape;312;p30">
              <a:extLst>
                <a:ext uri="{FF2B5EF4-FFF2-40B4-BE49-F238E27FC236}">
                  <a16:creationId xmlns:a16="http://schemas.microsoft.com/office/drawing/2014/main" id="{D90DF374-FBBA-79AB-A13F-6F508A69F9D8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Google Shape;313;p30">
              <a:extLst>
                <a:ext uri="{FF2B5EF4-FFF2-40B4-BE49-F238E27FC236}">
                  <a16:creationId xmlns:a16="http://schemas.microsoft.com/office/drawing/2014/main" id="{8ADD0847-504F-EFCB-D90C-B3456586492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6" name="Google Shape;314;p30">
            <a:extLst>
              <a:ext uri="{FF2B5EF4-FFF2-40B4-BE49-F238E27FC236}">
                <a16:creationId xmlns:a16="http://schemas.microsoft.com/office/drawing/2014/main" id="{118E42FE-3C6B-82C1-69F4-4562366206F6}"/>
              </a:ext>
            </a:extLst>
          </p:cNvPr>
          <p:cNvGrpSpPr/>
          <p:nvPr/>
        </p:nvGrpSpPr>
        <p:grpSpPr>
          <a:xfrm>
            <a:off x="10841711" y="1420954"/>
            <a:ext cx="798643" cy="743116"/>
            <a:chOff x="827350" y="3629733"/>
            <a:chExt cx="1431600" cy="1332067"/>
          </a:xfrm>
        </p:grpSpPr>
        <p:sp>
          <p:nvSpPr>
            <p:cNvPr id="17" name="Google Shape;315;p30">
              <a:extLst>
                <a:ext uri="{FF2B5EF4-FFF2-40B4-BE49-F238E27FC236}">
                  <a16:creationId xmlns:a16="http://schemas.microsoft.com/office/drawing/2014/main" id="{E2EB4F9C-73F0-288F-713A-F60C533534ED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8" name="Google Shape;316;p30">
              <a:extLst>
                <a:ext uri="{FF2B5EF4-FFF2-40B4-BE49-F238E27FC236}">
                  <a16:creationId xmlns:a16="http://schemas.microsoft.com/office/drawing/2014/main" id="{97979220-0805-7775-89AE-D80C0D85FF5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Google Shape;317;p30">
              <a:extLst>
                <a:ext uri="{FF2B5EF4-FFF2-40B4-BE49-F238E27FC236}">
                  <a16:creationId xmlns:a16="http://schemas.microsoft.com/office/drawing/2014/main" id="{A1C1A7A5-E161-2B04-DEF6-C59F5A5AE56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0" name="Google Shape;318;p30">
            <a:extLst>
              <a:ext uri="{FF2B5EF4-FFF2-40B4-BE49-F238E27FC236}">
                <a16:creationId xmlns:a16="http://schemas.microsoft.com/office/drawing/2014/main" id="{8FD18C2D-8903-565E-6E32-3AE50D6B597F}"/>
              </a:ext>
            </a:extLst>
          </p:cNvPr>
          <p:cNvGrpSpPr/>
          <p:nvPr/>
        </p:nvGrpSpPr>
        <p:grpSpPr>
          <a:xfrm rot="5400000">
            <a:off x="9201641" y="827560"/>
            <a:ext cx="619024" cy="575985"/>
            <a:chOff x="827350" y="3629733"/>
            <a:chExt cx="1431600" cy="1332067"/>
          </a:xfrm>
        </p:grpSpPr>
        <p:sp>
          <p:nvSpPr>
            <p:cNvPr id="21" name="Google Shape;319;p30">
              <a:extLst>
                <a:ext uri="{FF2B5EF4-FFF2-40B4-BE49-F238E27FC236}">
                  <a16:creationId xmlns:a16="http://schemas.microsoft.com/office/drawing/2014/main" id="{3D1A5D31-FF03-39A9-AEEC-ADC7F98ED218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2" name="Google Shape;320;p30">
              <a:extLst>
                <a:ext uri="{FF2B5EF4-FFF2-40B4-BE49-F238E27FC236}">
                  <a16:creationId xmlns:a16="http://schemas.microsoft.com/office/drawing/2014/main" id="{B39BCDDD-1DE4-F487-2ED6-5371F47525AA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3" name="Google Shape;321;p30">
              <a:extLst>
                <a:ext uri="{FF2B5EF4-FFF2-40B4-BE49-F238E27FC236}">
                  <a16:creationId xmlns:a16="http://schemas.microsoft.com/office/drawing/2014/main" id="{251A564F-C417-5E3E-AB68-AA847348382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3" name="Google Shape;298;p30">
            <a:extLst>
              <a:ext uri="{FF2B5EF4-FFF2-40B4-BE49-F238E27FC236}">
                <a16:creationId xmlns:a16="http://schemas.microsoft.com/office/drawing/2014/main" id="{43E03CE2-60C0-8CE5-5841-515F630D578A}"/>
              </a:ext>
            </a:extLst>
          </p:cNvPr>
          <p:cNvGrpSpPr/>
          <p:nvPr/>
        </p:nvGrpSpPr>
        <p:grpSpPr>
          <a:xfrm>
            <a:off x="734833" y="4839603"/>
            <a:ext cx="1571516" cy="1462255"/>
            <a:chOff x="827350" y="3629733"/>
            <a:chExt cx="1431600" cy="1332067"/>
          </a:xfrm>
        </p:grpSpPr>
        <p:sp>
          <p:nvSpPr>
            <p:cNvPr id="34" name="Google Shape;299;p30">
              <a:extLst>
                <a:ext uri="{FF2B5EF4-FFF2-40B4-BE49-F238E27FC236}">
                  <a16:creationId xmlns:a16="http://schemas.microsoft.com/office/drawing/2014/main" id="{3C10D9F4-4006-65AB-7E0B-EB6769C8FF4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5" name="Google Shape;300;p30">
              <a:extLst>
                <a:ext uri="{FF2B5EF4-FFF2-40B4-BE49-F238E27FC236}">
                  <a16:creationId xmlns:a16="http://schemas.microsoft.com/office/drawing/2014/main" id="{E79AD7A7-99E1-EDF7-BE97-27A62D998413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Google Shape;301;p30">
              <a:extLst>
                <a:ext uri="{FF2B5EF4-FFF2-40B4-BE49-F238E27FC236}">
                  <a16:creationId xmlns:a16="http://schemas.microsoft.com/office/drawing/2014/main" id="{B3049AA9-7E7A-BFE9-9CD3-BF118EC390CE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7" name="Google Shape;302;p30">
            <a:extLst>
              <a:ext uri="{FF2B5EF4-FFF2-40B4-BE49-F238E27FC236}">
                <a16:creationId xmlns:a16="http://schemas.microsoft.com/office/drawing/2014/main" id="{EB2595E9-2949-510C-44AE-FACBD8705FE5}"/>
              </a:ext>
            </a:extLst>
          </p:cNvPr>
          <p:cNvGrpSpPr/>
          <p:nvPr/>
        </p:nvGrpSpPr>
        <p:grpSpPr>
          <a:xfrm>
            <a:off x="430136" y="3870413"/>
            <a:ext cx="1041632" cy="969212"/>
            <a:chOff x="827350" y="3629733"/>
            <a:chExt cx="1431600" cy="1332067"/>
          </a:xfrm>
        </p:grpSpPr>
        <p:sp>
          <p:nvSpPr>
            <p:cNvPr id="38" name="Google Shape;303;p30">
              <a:extLst>
                <a:ext uri="{FF2B5EF4-FFF2-40B4-BE49-F238E27FC236}">
                  <a16:creationId xmlns:a16="http://schemas.microsoft.com/office/drawing/2014/main" id="{6248E4AD-D3F1-F345-6038-40100634779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9" name="Google Shape;304;p30">
              <a:extLst>
                <a:ext uri="{FF2B5EF4-FFF2-40B4-BE49-F238E27FC236}">
                  <a16:creationId xmlns:a16="http://schemas.microsoft.com/office/drawing/2014/main" id="{24D3946A-1CBA-EF92-D093-FC1B97D3E78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Google Shape;305;p30">
              <a:extLst>
                <a:ext uri="{FF2B5EF4-FFF2-40B4-BE49-F238E27FC236}">
                  <a16:creationId xmlns:a16="http://schemas.microsoft.com/office/drawing/2014/main" id="{ADF561B3-0F46-61F8-B5EA-958E84DE559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41" name="Google Shape;306;p30">
            <a:extLst>
              <a:ext uri="{FF2B5EF4-FFF2-40B4-BE49-F238E27FC236}">
                <a16:creationId xmlns:a16="http://schemas.microsoft.com/office/drawing/2014/main" id="{FE9BF60C-259B-6C2D-39D9-ECA48C901CD1}"/>
              </a:ext>
            </a:extLst>
          </p:cNvPr>
          <p:cNvGrpSpPr/>
          <p:nvPr/>
        </p:nvGrpSpPr>
        <p:grpSpPr>
          <a:xfrm>
            <a:off x="2421586" y="5859798"/>
            <a:ext cx="475100" cy="442069"/>
            <a:chOff x="827350" y="3629733"/>
            <a:chExt cx="1431600" cy="1332067"/>
          </a:xfrm>
        </p:grpSpPr>
        <p:sp>
          <p:nvSpPr>
            <p:cNvPr id="42" name="Google Shape;307;p30">
              <a:extLst>
                <a:ext uri="{FF2B5EF4-FFF2-40B4-BE49-F238E27FC236}">
                  <a16:creationId xmlns:a16="http://schemas.microsoft.com/office/drawing/2014/main" id="{8E48B295-0851-B73C-81E8-7D961AFCCE1F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3" name="Google Shape;308;p30">
              <a:extLst>
                <a:ext uri="{FF2B5EF4-FFF2-40B4-BE49-F238E27FC236}">
                  <a16:creationId xmlns:a16="http://schemas.microsoft.com/office/drawing/2014/main" id="{6405290F-5986-6F51-753E-5D7DC71929AD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4" name="Google Shape;309;p30">
              <a:extLst>
                <a:ext uri="{FF2B5EF4-FFF2-40B4-BE49-F238E27FC236}">
                  <a16:creationId xmlns:a16="http://schemas.microsoft.com/office/drawing/2014/main" id="{77E6AF5F-9519-D000-7302-1C5E534BE3B3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47722" y="2016092"/>
              <a:ext cx="4783107" cy="326063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83107" cy="326063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988450" ay="3943343" az="912359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8597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347722" y="2016092"/>
                <a:ext cx="4783107" cy="3260633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Freeform 6">
            <a:extLst>
              <a:ext uri="{FF2B5EF4-FFF2-40B4-BE49-F238E27FC236}">
                <a16:creationId xmlns:a16="http://schemas.microsoft.com/office/drawing/2014/main" id="{80D29F6C-DCB5-494E-B8A3-5CC60E027E20}"/>
              </a:ext>
            </a:extLst>
          </p:cNvPr>
          <p:cNvSpPr/>
          <p:nvPr/>
        </p:nvSpPr>
        <p:spPr>
          <a:xfrm>
            <a:off x="1505644" y="2332114"/>
            <a:ext cx="6762896" cy="3008083"/>
          </a:xfrm>
          <a:custGeom>
            <a:avLst/>
            <a:gdLst/>
            <a:ahLst/>
            <a:cxnLst/>
            <a:rect l="l" t="t" r="r" b="b"/>
            <a:pathLst>
              <a:path w="13771067" h="5869917">
                <a:moveTo>
                  <a:pt x="0" y="0"/>
                </a:moveTo>
                <a:lnTo>
                  <a:pt x="13771068" y="0"/>
                </a:lnTo>
                <a:lnTo>
                  <a:pt x="13771068" y="5869917"/>
                </a:lnTo>
                <a:lnTo>
                  <a:pt x="0" y="5869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ZoneTexte 23">
            <a:extLst>
              <a:ext uri="{FF2B5EF4-FFF2-40B4-BE49-F238E27FC236}">
                <a16:creationId xmlns:a16="http://schemas.microsoft.com/office/drawing/2014/main" id="{47A674F9-CE30-4AA0-B566-5FD1C380A8E6}"/>
              </a:ext>
            </a:extLst>
          </p:cNvPr>
          <p:cNvSpPr txBox="1"/>
          <p:nvPr/>
        </p:nvSpPr>
        <p:spPr>
          <a:xfrm>
            <a:off x="1766943" y="1510683"/>
            <a:ext cx="61022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219170" rtl="1">
              <a:buClr>
                <a:srgbClr val="000000"/>
              </a:buClr>
            </a:pPr>
            <a:r>
              <a:rPr lang="fr-FR" sz="40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Data </a:t>
            </a:r>
            <a:r>
              <a:rPr lang="fr-FR" sz="4000" kern="0" dirty="0" err="1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Standardization</a:t>
            </a:r>
            <a:r>
              <a:rPr lang="fr-FR" sz="40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 &amp; validation</a:t>
            </a:r>
            <a:endParaRPr kumimoji="0" lang="fr-FR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Arial"/>
            </a:endParaRPr>
          </a:p>
        </p:txBody>
      </p:sp>
      <p:sp>
        <p:nvSpPr>
          <p:cNvPr id="51" name="ZoneTexte 23">
            <a:extLst>
              <a:ext uri="{FF2B5EF4-FFF2-40B4-BE49-F238E27FC236}">
                <a16:creationId xmlns:a16="http://schemas.microsoft.com/office/drawing/2014/main" id="{59B8AA8A-36D8-44D2-92AB-4392B243E3D9}"/>
              </a:ext>
            </a:extLst>
          </p:cNvPr>
          <p:cNvSpPr txBox="1"/>
          <p:nvPr/>
        </p:nvSpPr>
        <p:spPr>
          <a:xfrm>
            <a:off x="1993866" y="2420637"/>
            <a:ext cx="5661010" cy="2948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Converted MONTH text column → numeric MONTH_NUM (1–12)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All columns are now numeric → ready for modeling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Checked for missing values → none found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Some duplicate sensor values detected → timestamps differ, valid readings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7" name="3D Model 46">
                <a:extLst>
                  <a:ext uri="{FF2B5EF4-FFF2-40B4-BE49-F238E27FC236}">
                    <a16:creationId xmlns:a16="http://schemas.microsoft.com/office/drawing/2014/main" id="{D2DFF09B-E310-44E3-93CA-D6ED5F9DCD5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14751883"/>
                  </p:ext>
                </p:extLst>
              </p:nvPr>
            </p:nvGraphicFramePr>
            <p:xfrm rot="5400000">
              <a:off x="7693077" y="1948065"/>
              <a:ext cx="4105995" cy="3323568"/>
            </p:xfrm>
            <a:graphic>
              <a:graphicData uri="http://schemas.microsoft.com/office/drawing/2017/model3d">
                <am3d:model3d r:embed="rId7">
                  <am3d:spPr>
                    <a:xfrm rot="5400000">
                      <a:off x="0" y="0"/>
                      <a:ext cx="4105995" cy="3323568"/>
                    </a:xfrm>
                    <a:prstGeom prst="rect">
                      <a:avLst/>
                    </a:prstGeom>
                  </am3d:spPr>
                  <am3d:camera>
                    <am3d:pos x="0" y="0" z="610577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2765" d="1000000"/>
                    <am3d:preTrans dx="355682" dy="0" dz="-210002"/>
                    <am3d:scale>
                      <am3d:sx n="1000000" d="1000000"/>
                      <am3d:sy n="1000000" d="1000000"/>
                      <am3d:sz n="1000000" d="1000000"/>
                    </am3d:scale>
                    <am3d:rot ax="-5393385" ay="142077" az="-5239623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54186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7" name="3D Model 46">
                <a:extLst>
                  <a:ext uri="{FF2B5EF4-FFF2-40B4-BE49-F238E27FC236}">
                    <a16:creationId xmlns:a16="http://schemas.microsoft.com/office/drawing/2014/main" id="{D2DFF09B-E310-44E3-93CA-D6ED5F9DCD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5400000">
                <a:off x="7693077" y="1948065"/>
                <a:ext cx="4105995" cy="332356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2333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5211F0F6-A632-A00E-2941-24C5220F494F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1847" t="10080"/>
          <a:stretch/>
        </p:blipFill>
        <p:spPr>
          <a:xfrm>
            <a:off x="0" y="-195868"/>
            <a:ext cx="8011632" cy="505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E05C4C6D-2D8D-9E2B-5D19-F1AD0BBC6B54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5261" t="6068"/>
          <a:stretch/>
        </p:blipFill>
        <p:spPr>
          <a:xfrm rot="-10799997">
            <a:off x="5831428" y="2463904"/>
            <a:ext cx="6883403" cy="47243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291;p30">
            <a:extLst>
              <a:ext uri="{FF2B5EF4-FFF2-40B4-BE49-F238E27FC236}">
                <a16:creationId xmlns:a16="http://schemas.microsoft.com/office/drawing/2014/main" id="{D2491D4E-A509-942E-0114-7BEEA8C1DB76}"/>
              </a:ext>
            </a:extLst>
          </p:cNvPr>
          <p:cNvGrpSpPr/>
          <p:nvPr/>
        </p:nvGrpSpPr>
        <p:grpSpPr>
          <a:xfrm rot="5400000">
            <a:off x="10359410" y="5209029"/>
            <a:ext cx="384801" cy="1462257"/>
            <a:chOff x="1006700" y="2603975"/>
            <a:chExt cx="55450" cy="210700"/>
          </a:xfrm>
        </p:grpSpPr>
        <p:sp>
          <p:nvSpPr>
            <p:cNvPr id="6" name="Google Shape;292;p30">
              <a:extLst>
                <a:ext uri="{FF2B5EF4-FFF2-40B4-BE49-F238E27FC236}">
                  <a16:creationId xmlns:a16="http://schemas.microsoft.com/office/drawing/2014/main" id="{AB681EB5-43D3-6F04-EFF4-45DC579D8359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" name="Google Shape;293;p30">
              <a:extLst>
                <a:ext uri="{FF2B5EF4-FFF2-40B4-BE49-F238E27FC236}">
                  <a16:creationId xmlns:a16="http://schemas.microsoft.com/office/drawing/2014/main" id="{C09B93FB-0C86-E2FF-373A-C8F9541F8EA6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8" name="Google Shape;294;p30">
              <a:extLst>
                <a:ext uri="{FF2B5EF4-FFF2-40B4-BE49-F238E27FC236}">
                  <a16:creationId xmlns:a16="http://schemas.microsoft.com/office/drawing/2014/main" id="{60634A43-76E0-7630-72BA-C47C08FDD611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" name="Google Shape;295;p30">
              <a:extLst>
                <a:ext uri="{FF2B5EF4-FFF2-40B4-BE49-F238E27FC236}">
                  <a16:creationId xmlns:a16="http://schemas.microsoft.com/office/drawing/2014/main" id="{1B903353-D970-7B15-8BAD-BC79DA74D28C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0" name="Google Shape;296;p30">
              <a:extLst>
                <a:ext uri="{FF2B5EF4-FFF2-40B4-BE49-F238E27FC236}">
                  <a16:creationId xmlns:a16="http://schemas.microsoft.com/office/drawing/2014/main" id="{37A3C4FB-6CA6-8838-9914-749D3974CD7C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Google Shape;297;p30">
              <a:extLst>
                <a:ext uri="{FF2B5EF4-FFF2-40B4-BE49-F238E27FC236}">
                  <a16:creationId xmlns:a16="http://schemas.microsoft.com/office/drawing/2014/main" id="{36A7577C-A1D4-EEAD-7664-F3AF7C7F88AC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2" name="Google Shape;310;p30">
            <a:extLst>
              <a:ext uri="{FF2B5EF4-FFF2-40B4-BE49-F238E27FC236}">
                <a16:creationId xmlns:a16="http://schemas.microsoft.com/office/drawing/2014/main" id="{876A2C92-34FA-E68B-EDAF-356A12205B08}"/>
              </a:ext>
            </a:extLst>
          </p:cNvPr>
          <p:cNvGrpSpPr/>
          <p:nvPr/>
        </p:nvGrpSpPr>
        <p:grpSpPr>
          <a:xfrm rot="14812035">
            <a:off x="9955002" y="292951"/>
            <a:ext cx="1193573" cy="1110589"/>
            <a:chOff x="827350" y="3629733"/>
            <a:chExt cx="1431600" cy="1332067"/>
          </a:xfrm>
        </p:grpSpPr>
        <p:sp>
          <p:nvSpPr>
            <p:cNvPr id="13" name="Google Shape;311;p30">
              <a:extLst>
                <a:ext uri="{FF2B5EF4-FFF2-40B4-BE49-F238E27FC236}">
                  <a16:creationId xmlns:a16="http://schemas.microsoft.com/office/drawing/2014/main" id="{881B927B-F774-D8DA-B786-95CD2852AFF5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Google Shape;312;p30">
              <a:extLst>
                <a:ext uri="{FF2B5EF4-FFF2-40B4-BE49-F238E27FC236}">
                  <a16:creationId xmlns:a16="http://schemas.microsoft.com/office/drawing/2014/main" id="{D90DF374-FBBA-79AB-A13F-6F508A69F9D8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Google Shape;313;p30">
              <a:extLst>
                <a:ext uri="{FF2B5EF4-FFF2-40B4-BE49-F238E27FC236}">
                  <a16:creationId xmlns:a16="http://schemas.microsoft.com/office/drawing/2014/main" id="{8ADD0847-504F-EFCB-D90C-B3456586492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6" name="Google Shape;314;p30">
            <a:extLst>
              <a:ext uri="{FF2B5EF4-FFF2-40B4-BE49-F238E27FC236}">
                <a16:creationId xmlns:a16="http://schemas.microsoft.com/office/drawing/2014/main" id="{118E42FE-3C6B-82C1-69F4-4562366206F6}"/>
              </a:ext>
            </a:extLst>
          </p:cNvPr>
          <p:cNvGrpSpPr/>
          <p:nvPr/>
        </p:nvGrpSpPr>
        <p:grpSpPr>
          <a:xfrm>
            <a:off x="10841711" y="1420954"/>
            <a:ext cx="798643" cy="743116"/>
            <a:chOff x="827350" y="3629733"/>
            <a:chExt cx="1431600" cy="1332067"/>
          </a:xfrm>
        </p:grpSpPr>
        <p:sp>
          <p:nvSpPr>
            <p:cNvPr id="17" name="Google Shape;315;p30">
              <a:extLst>
                <a:ext uri="{FF2B5EF4-FFF2-40B4-BE49-F238E27FC236}">
                  <a16:creationId xmlns:a16="http://schemas.microsoft.com/office/drawing/2014/main" id="{E2EB4F9C-73F0-288F-713A-F60C533534ED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8" name="Google Shape;316;p30">
              <a:extLst>
                <a:ext uri="{FF2B5EF4-FFF2-40B4-BE49-F238E27FC236}">
                  <a16:creationId xmlns:a16="http://schemas.microsoft.com/office/drawing/2014/main" id="{97979220-0805-7775-89AE-D80C0D85FF5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Google Shape;317;p30">
              <a:extLst>
                <a:ext uri="{FF2B5EF4-FFF2-40B4-BE49-F238E27FC236}">
                  <a16:creationId xmlns:a16="http://schemas.microsoft.com/office/drawing/2014/main" id="{A1C1A7A5-E161-2B04-DEF6-C59F5A5AE56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0" name="Google Shape;318;p30">
            <a:extLst>
              <a:ext uri="{FF2B5EF4-FFF2-40B4-BE49-F238E27FC236}">
                <a16:creationId xmlns:a16="http://schemas.microsoft.com/office/drawing/2014/main" id="{8FD18C2D-8903-565E-6E32-3AE50D6B597F}"/>
              </a:ext>
            </a:extLst>
          </p:cNvPr>
          <p:cNvGrpSpPr/>
          <p:nvPr/>
        </p:nvGrpSpPr>
        <p:grpSpPr>
          <a:xfrm rot="5400000">
            <a:off x="9201641" y="827560"/>
            <a:ext cx="619024" cy="575985"/>
            <a:chOff x="827350" y="3629733"/>
            <a:chExt cx="1431600" cy="1332067"/>
          </a:xfrm>
        </p:grpSpPr>
        <p:sp>
          <p:nvSpPr>
            <p:cNvPr id="21" name="Google Shape;319;p30">
              <a:extLst>
                <a:ext uri="{FF2B5EF4-FFF2-40B4-BE49-F238E27FC236}">
                  <a16:creationId xmlns:a16="http://schemas.microsoft.com/office/drawing/2014/main" id="{3D1A5D31-FF03-39A9-AEEC-ADC7F98ED218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2" name="Google Shape;320;p30">
              <a:extLst>
                <a:ext uri="{FF2B5EF4-FFF2-40B4-BE49-F238E27FC236}">
                  <a16:creationId xmlns:a16="http://schemas.microsoft.com/office/drawing/2014/main" id="{B39BCDDD-1DE4-F487-2ED6-5371F47525AA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3" name="Google Shape;321;p30">
              <a:extLst>
                <a:ext uri="{FF2B5EF4-FFF2-40B4-BE49-F238E27FC236}">
                  <a16:creationId xmlns:a16="http://schemas.microsoft.com/office/drawing/2014/main" id="{251A564F-C417-5E3E-AB68-AA847348382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3" name="Google Shape;298;p30">
            <a:extLst>
              <a:ext uri="{FF2B5EF4-FFF2-40B4-BE49-F238E27FC236}">
                <a16:creationId xmlns:a16="http://schemas.microsoft.com/office/drawing/2014/main" id="{43E03CE2-60C0-8CE5-5841-515F630D578A}"/>
              </a:ext>
            </a:extLst>
          </p:cNvPr>
          <p:cNvGrpSpPr/>
          <p:nvPr/>
        </p:nvGrpSpPr>
        <p:grpSpPr>
          <a:xfrm>
            <a:off x="734833" y="4839603"/>
            <a:ext cx="1571516" cy="1462255"/>
            <a:chOff x="827350" y="3629733"/>
            <a:chExt cx="1431600" cy="1332067"/>
          </a:xfrm>
        </p:grpSpPr>
        <p:sp>
          <p:nvSpPr>
            <p:cNvPr id="34" name="Google Shape;299;p30">
              <a:extLst>
                <a:ext uri="{FF2B5EF4-FFF2-40B4-BE49-F238E27FC236}">
                  <a16:creationId xmlns:a16="http://schemas.microsoft.com/office/drawing/2014/main" id="{3C10D9F4-4006-65AB-7E0B-EB6769C8FF4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5" name="Google Shape;300;p30">
              <a:extLst>
                <a:ext uri="{FF2B5EF4-FFF2-40B4-BE49-F238E27FC236}">
                  <a16:creationId xmlns:a16="http://schemas.microsoft.com/office/drawing/2014/main" id="{E79AD7A7-99E1-EDF7-BE97-27A62D998413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Google Shape;301;p30">
              <a:extLst>
                <a:ext uri="{FF2B5EF4-FFF2-40B4-BE49-F238E27FC236}">
                  <a16:creationId xmlns:a16="http://schemas.microsoft.com/office/drawing/2014/main" id="{B3049AA9-7E7A-BFE9-9CD3-BF118EC390CE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7" name="Google Shape;302;p30">
            <a:extLst>
              <a:ext uri="{FF2B5EF4-FFF2-40B4-BE49-F238E27FC236}">
                <a16:creationId xmlns:a16="http://schemas.microsoft.com/office/drawing/2014/main" id="{EB2595E9-2949-510C-44AE-FACBD8705FE5}"/>
              </a:ext>
            </a:extLst>
          </p:cNvPr>
          <p:cNvGrpSpPr/>
          <p:nvPr/>
        </p:nvGrpSpPr>
        <p:grpSpPr>
          <a:xfrm>
            <a:off x="430136" y="3870413"/>
            <a:ext cx="1041632" cy="969212"/>
            <a:chOff x="827350" y="3629733"/>
            <a:chExt cx="1431600" cy="1332067"/>
          </a:xfrm>
        </p:grpSpPr>
        <p:sp>
          <p:nvSpPr>
            <p:cNvPr id="38" name="Google Shape;303;p30">
              <a:extLst>
                <a:ext uri="{FF2B5EF4-FFF2-40B4-BE49-F238E27FC236}">
                  <a16:creationId xmlns:a16="http://schemas.microsoft.com/office/drawing/2014/main" id="{6248E4AD-D3F1-F345-6038-40100634779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9" name="Google Shape;304;p30">
              <a:extLst>
                <a:ext uri="{FF2B5EF4-FFF2-40B4-BE49-F238E27FC236}">
                  <a16:creationId xmlns:a16="http://schemas.microsoft.com/office/drawing/2014/main" id="{24D3946A-1CBA-EF92-D093-FC1B97D3E78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Google Shape;305;p30">
              <a:extLst>
                <a:ext uri="{FF2B5EF4-FFF2-40B4-BE49-F238E27FC236}">
                  <a16:creationId xmlns:a16="http://schemas.microsoft.com/office/drawing/2014/main" id="{ADF561B3-0F46-61F8-B5EA-958E84DE559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41" name="Google Shape;306;p30">
            <a:extLst>
              <a:ext uri="{FF2B5EF4-FFF2-40B4-BE49-F238E27FC236}">
                <a16:creationId xmlns:a16="http://schemas.microsoft.com/office/drawing/2014/main" id="{FE9BF60C-259B-6C2D-39D9-ECA48C901CD1}"/>
              </a:ext>
            </a:extLst>
          </p:cNvPr>
          <p:cNvGrpSpPr/>
          <p:nvPr/>
        </p:nvGrpSpPr>
        <p:grpSpPr>
          <a:xfrm>
            <a:off x="2421586" y="5859798"/>
            <a:ext cx="475100" cy="442069"/>
            <a:chOff x="827350" y="3629733"/>
            <a:chExt cx="1431600" cy="1332067"/>
          </a:xfrm>
        </p:grpSpPr>
        <p:sp>
          <p:nvSpPr>
            <p:cNvPr id="42" name="Google Shape;307;p30">
              <a:extLst>
                <a:ext uri="{FF2B5EF4-FFF2-40B4-BE49-F238E27FC236}">
                  <a16:creationId xmlns:a16="http://schemas.microsoft.com/office/drawing/2014/main" id="{8E48B295-0851-B73C-81E8-7D961AFCCE1F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3" name="Google Shape;308;p30">
              <a:extLst>
                <a:ext uri="{FF2B5EF4-FFF2-40B4-BE49-F238E27FC236}">
                  <a16:creationId xmlns:a16="http://schemas.microsoft.com/office/drawing/2014/main" id="{6405290F-5986-6F51-753E-5D7DC71929AD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4" name="Google Shape;309;p30">
              <a:extLst>
                <a:ext uri="{FF2B5EF4-FFF2-40B4-BE49-F238E27FC236}">
                  <a16:creationId xmlns:a16="http://schemas.microsoft.com/office/drawing/2014/main" id="{77E6AF5F-9519-D000-7302-1C5E534BE3B3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47722" y="2016092"/>
              <a:ext cx="4783107" cy="326063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83107" cy="326063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988450" ay="3943343" az="912359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8597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347722" y="2016092"/>
                <a:ext cx="4783107" cy="3260633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Freeform 6">
            <a:extLst>
              <a:ext uri="{FF2B5EF4-FFF2-40B4-BE49-F238E27FC236}">
                <a16:creationId xmlns:a16="http://schemas.microsoft.com/office/drawing/2014/main" id="{80D29F6C-DCB5-494E-B8A3-5CC60E027E20}"/>
              </a:ext>
            </a:extLst>
          </p:cNvPr>
          <p:cNvSpPr/>
          <p:nvPr/>
        </p:nvSpPr>
        <p:spPr>
          <a:xfrm>
            <a:off x="1505644" y="2332114"/>
            <a:ext cx="6762896" cy="3760934"/>
          </a:xfrm>
          <a:custGeom>
            <a:avLst/>
            <a:gdLst/>
            <a:ahLst/>
            <a:cxnLst/>
            <a:rect l="l" t="t" r="r" b="b"/>
            <a:pathLst>
              <a:path w="13771067" h="5869917">
                <a:moveTo>
                  <a:pt x="0" y="0"/>
                </a:moveTo>
                <a:lnTo>
                  <a:pt x="13771068" y="0"/>
                </a:lnTo>
                <a:lnTo>
                  <a:pt x="13771068" y="5869917"/>
                </a:lnTo>
                <a:lnTo>
                  <a:pt x="0" y="5869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ZoneTexte 23">
            <a:extLst>
              <a:ext uri="{FF2B5EF4-FFF2-40B4-BE49-F238E27FC236}">
                <a16:creationId xmlns:a16="http://schemas.microsoft.com/office/drawing/2014/main" id="{47A674F9-CE30-4AA0-B566-5FD1C380A8E6}"/>
              </a:ext>
            </a:extLst>
          </p:cNvPr>
          <p:cNvSpPr txBox="1"/>
          <p:nvPr/>
        </p:nvSpPr>
        <p:spPr>
          <a:xfrm>
            <a:off x="1766943" y="1510683"/>
            <a:ext cx="61022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219170" rtl="1">
              <a:buClr>
                <a:srgbClr val="000000"/>
              </a:buClr>
            </a:pPr>
            <a:r>
              <a:rPr lang="fr-FR" sz="40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Outlier </a:t>
            </a:r>
            <a:r>
              <a:rPr lang="fr-FR" sz="4000" kern="0" dirty="0" err="1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Analysis</a:t>
            </a:r>
            <a:r>
              <a:rPr lang="fr-FR" sz="40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 &amp; </a:t>
            </a:r>
            <a:r>
              <a:rPr lang="fr-FR" sz="4000" kern="0" dirty="0" err="1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Validity</a:t>
            </a:r>
            <a:r>
              <a:rPr lang="fr-FR" sz="40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 Checks</a:t>
            </a:r>
            <a:endParaRPr kumimoji="0" lang="fr-FR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Arial"/>
            </a:endParaRPr>
          </a:p>
        </p:txBody>
      </p:sp>
      <p:sp>
        <p:nvSpPr>
          <p:cNvPr id="51" name="ZoneTexte 23">
            <a:extLst>
              <a:ext uri="{FF2B5EF4-FFF2-40B4-BE49-F238E27FC236}">
                <a16:creationId xmlns:a16="http://schemas.microsoft.com/office/drawing/2014/main" id="{59B8AA8A-36D8-44D2-92AB-4392B243E3D9}"/>
              </a:ext>
            </a:extLst>
          </p:cNvPr>
          <p:cNvSpPr txBox="1"/>
          <p:nvPr/>
        </p:nvSpPr>
        <p:spPr>
          <a:xfrm>
            <a:off x="1993866" y="2420637"/>
            <a:ext cx="5661010" cy="361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Outlier detection using IQR method (CO₂, RH, Tin, IAQ)</a:t>
            </a:r>
            <a:endParaRPr lang="en-US" sz="32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Outliers not removed → represent real environmental events</a:t>
            </a:r>
            <a:endParaRPr lang="en-US" sz="32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Validity checks:</a:t>
            </a:r>
            <a:endParaRPr lang="en-US" sz="32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OCCUPANCY &amp; WINDOW: 0/1 values</a:t>
            </a:r>
            <a:endParaRPr lang="en-US" sz="32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RH in [0–100]</a:t>
            </a:r>
            <a:endParaRPr lang="en-US" sz="32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CO₂ &gt; 0</a:t>
            </a:r>
            <a:endParaRPr lang="en-US" sz="32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IAQ in [0–500]</a:t>
            </a:r>
            <a:endParaRPr lang="en-US" sz="32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7" name="3D Model 46">
                <a:extLst>
                  <a:ext uri="{FF2B5EF4-FFF2-40B4-BE49-F238E27FC236}">
                    <a16:creationId xmlns:a16="http://schemas.microsoft.com/office/drawing/2014/main" id="{D2DFF09B-E310-44E3-93CA-D6ED5F9DCD5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58150499"/>
                  </p:ext>
                </p:extLst>
              </p:nvPr>
            </p:nvGraphicFramePr>
            <p:xfrm rot="5400000">
              <a:off x="8819858" y="-5121298"/>
              <a:ext cx="4085418" cy="3399753"/>
            </p:xfrm>
            <a:graphic>
              <a:graphicData uri="http://schemas.microsoft.com/office/drawing/2017/model3d">
                <am3d:model3d r:embed="rId7">
                  <am3d:spPr>
                    <a:xfrm rot="5400000">
                      <a:off x="0" y="0"/>
                      <a:ext cx="4085418" cy="3399753"/>
                    </a:xfrm>
                    <a:prstGeom prst="rect">
                      <a:avLst/>
                    </a:prstGeom>
                  </am3d:spPr>
                  <am3d:camera>
                    <am3d:pos x="0" y="0" z="610577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2765" d="1000000"/>
                    <am3d:preTrans dx="355682" dy="0" dz="-210002"/>
                    <am3d:scale>
                      <am3d:sx n="1000000" d="1000000"/>
                      <am3d:sy n="1000000" d="1000000"/>
                      <am3d:sz n="1000000" d="1000000"/>
                    </am3d:scale>
                    <am3d:rot ax="5382811" ay="-150873" az="5789783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54186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7" name="3D Model 46">
                <a:extLst>
                  <a:ext uri="{FF2B5EF4-FFF2-40B4-BE49-F238E27FC236}">
                    <a16:creationId xmlns:a16="http://schemas.microsoft.com/office/drawing/2014/main" id="{D2DFF09B-E310-44E3-93CA-D6ED5F9DCD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5400000">
                <a:off x="8819858" y="-5121298"/>
                <a:ext cx="4085418" cy="3399753"/>
              </a:xfrm>
              <a:prstGeom prst="rect">
                <a:avLst/>
              </a:prstGeom>
            </p:spPr>
          </p:pic>
        </mc:Fallback>
      </mc:AlternateContent>
      <p:pic>
        <p:nvPicPr>
          <p:cNvPr id="45" name="Picture 44" descr="A diagram of a box plot&#10;&#10;AI-generated content may be incorrect.">
            <a:extLst>
              <a:ext uri="{FF2B5EF4-FFF2-40B4-BE49-F238E27FC236}">
                <a16:creationId xmlns:a16="http://schemas.microsoft.com/office/drawing/2014/main" id="{31C68DF8-40C0-4FFF-A7D5-16152861CFB9}"/>
              </a:ext>
            </a:extLst>
          </p:cNvPr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9258" y="2936589"/>
            <a:ext cx="3214358" cy="24886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04226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5211F0F6-A632-A00E-2941-24C5220F494F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1847" t="10080"/>
          <a:stretch/>
        </p:blipFill>
        <p:spPr>
          <a:xfrm>
            <a:off x="0" y="-195868"/>
            <a:ext cx="8011632" cy="505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E05C4C6D-2D8D-9E2B-5D19-F1AD0BBC6B54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5261" t="6068"/>
          <a:stretch/>
        </p:blipFill>
        <p:spPr>
          <a:xfrm rot="-10799997">
            <a:off x="5831428" y="2463904"/>
            <a:ext cx="6883403" cy="47243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291;p30">
            <a:extLst>
              <a:ext uri="{FF2B5EF4-FFF2-40B4-BE49-F238E27FC236}">
                <a16:creationId xmlns:a16="http://schemas.microsoft.com/office/drawing/2014/main" id="{D2491D4E-A509-942E-0114-7BEEA8C1DB76}"/>
              </a:ext>
            </a:extLst>
          </p:cNvPr>
          <p:cNvGrpSpPr/>
          <p:nvPr/>
        </p:nvGrpSpPr>
        <p:grpSpPr>
          <a:xfrm rot="5400000">
            <a:off x="10359410" y="5209029"/>
            <a:ext cx="384801" cy="1462257"/>
            <a:chOff x="1006700" y="2603975"/>
            <a:chExt cx="55450" cy="210700"/>
          </a:xfrm>
        </p:grpSpPr>
        <p:sp>
          <p:nvSpPr>
            <p:cNvPr id="6" name="Google Shape;292;p30">
              <a:extLst>
                <a:ext uri="{FF2B5EF4-FFF2-40B4-BE49-F238E27FC236}">
                  <a16:creationId xmlns:a16="http://schemas.microsoft.com/office/drawing/2014/main" id="{AB681EB5-43D3-6F04-EFF4-45DC579D8359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" name="Google Shape;293;p30">
              <a:extLst>
                <a:ext uri="{FF2B5EF4-FFF2-40B4-BE49-F238E27FC236}">
                  <a16:creationId xmlns:a16="http://schemas.microsoft.com/office/drawing/2014/main" id="{C09B93FB-0C86-E2FF-373A-C8F9541F8EA6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8" name="Google Shape;294;p30">
              <a:extLst>
                <a:ext uri="{FF2B5EF4-FFF2-40B4-BE49-F238E27FC236}">
                  <a16:creationId xmlns:a16="http://schemas.microsoft.com/office/drawing/2014/main" id="{60634A43-76E0-7630-72BA-C47C08FDD611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" name="Google Shape;295;p30">
              <a:extLst>
                <a:ext uri="{FF2B5EF4-FFF2-40B4-BE49-F238E27FC236}">
                  <a16:creationId xmlns:a16="http://schemas.microsoft.com/office/drawing/2014/main" id="{1B903353-D970-7B15-8BAD-BC79DA74D28C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0" name="Google Shape;296;p30">
              <a:extLst>
                <a:ext uri="{FF2B5EF4-FFF2-40B4-BE49-F238E27FC236}">
                  <a16:creationId xmlns:a16="http://schemas.microsoft.com/office/drawing/2014/main" id="{37A3C4FB-6CA6-8838-9914-749D3974CD7C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Google Shape;297;p30">
              <a:extLst>
                <a:ext uri="{FF2B5EF4-FFF2-40B4-BE49-F238E27FC236}">
                  <a16:creationId xmlns:a16="http://schemas.microsoft.com/office/drawing/2014/main" id="{36A7577C-A1D4-EEAD-7664-F3AF7C7F88AC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2" name="Google Shape;310;p30">
            <a:extLst>
              <a:ext uri="{FF2B5EF4-FFF2-40B4-BE49-F238E27FC236}">
                <a16:creationId xmlns:a16="http://schemas.microsoft.com/office/drawing/2014/main" id="{876A2C92-34FA-E68B-EDAF-356A12205B08}"/>
              </a:ext>
            </a:extLst>
          </p:cNvPr>
          <p:cNvGrpSpPr/>
          <p:nvPr/>
        </p:nvGrpSpPr>
        <p:grpSpPr>
          <a:xfrm rot="14812035">
            <a:off x="9955002" y="292951"/>
            <a:ext cx="1193573" cy="1110589"/>
            <a:chOff x="827350" y="3629733"/>
            <a:chExt cx="1431600" cy="1332067"/>
          </a:xfrm>
        </p:grpSpPr>
        <p:sp>
          <p:nvSpPr>
            <p:cNvPr id="13" name="Google Shape;311;p30">
              <a:extLst>
                <a:ext uri="{FF2B5EF4-FFF2-40B4-BE49-F238E27FC236}">
                  <a16:creationId xmlns:a16="http://schemas.microsoft.com/office/drawing/2014/main" id="{881B927B-F774-D8DA-B786-95CD2852AFF5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Google Shape;312;p30">
              <a:extLst>
                <a:ext uri="{FF2B5EF4-FFF2-40B4-BE49-F238E27FC236}">
                  <a16:creationId xmlns:a16="http://schemas.microsoft.com/office/drawing/2014/main" id="{D90DF374-FBBA-79AB-A13F-6F508A69F9D8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Google Shape;313;p30">
              <a:extLst>
                <a:ext uri="{FF2B5EF4-FFF2-40B4-BE49-F238E27FC236}">
                  <a16:creationId xmlns:a16="http://schemas.microsoft.com/office/drawing/2014/main" id="{8ADD0847-504F-EFCB-D90C-B3456586492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6" name="Google Shape;314;p30">
            <a:extLst>
              <a:ext uri="{FF2B5EF4-FFF2-40B4-BE49-F238E27FC236}">
                <a16:creationId xmlns:a16="http://schemas.microsoft.com/office/drawing/2014/main" id="{118E42FE-3C6B-82C1-69F4-4562366206F6}"/>
              </a:ext>
            </a:extLst>
          </p:cNvPr>
          <p:cNvGrpSpPr/>
          <p:nvPr/>
        </p:nvGrpSpPr>
        <p:grpSpPr>
          <a:xfrm>
            <a:off x="10841711" y="1420954"/>
            <a:ext cx="798643" cy="743116"/>
            <a:chOff x="827350" y="3629733"/>
            <a:chExt cx="1431600" cy="1332067"/>
          </a:xfrm>
        </p:grpSpPr>
        <p:sp>
          <p:nvSpPr>
            <p:cNvPr id="17" name="Google Shape;315;p30">
              <a:extLst>
                <a:ext uri="{FF2B5EF4-FFF2-40B4-BE49-F238E27FC236}">
                  <a16:creationId xmlns:a16="http://schemas.microsoft.com/office/drawing/2014/main" id="{E2EB4F9C-73F0-288F-713A-F60C533534ED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8" name="Google Shape;316;p30">
              <a:extLst>
                <a:ext uri="{FF2B5EF4-FFF2-40B4-BE49-F238E27FC236}">
                  <a16:creationId xmlns:a16="http://schemas.microsoft.com/office/drawing/2014/main" id="{97979220-0805-7775-89AE-D80C0D85FF5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Google Shape;317;p30">
              <a:extLst>
                <a:ext uri="{FF2B5EF4-FFF2-40B4-BE49-F238E27FC236}">
                  <a16:creationId xmlns:a16="http://schemas.microsoft.com/office/drawing/2014/main" id="{A1C1A7A5-E161-2B04-DEF6-C59F5A5AE56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0" name="Google Shape;318;p30">
            <a:extLst>
              <a:ext uri="{FF2B5EF4-FFF2-40B4-BE49-F238E27FC236}">
                <a16:creationId xmlns:a16="http://schemas.microsoft.com/office/drawing/2014/main" id="{8FD18C2D-8903-565E-6E32-3AE50D6B597F}"/>
              </a:ext>
            </a:extLst>
          </p:cNvPr>
          <p:cNvGrpSpPr/>
          <p:nvPr/>
        </p:nvGrpSpPr>
        <p:grpSpPr>
          <a:xfrm rot="5400000">
            <a:off x="9201641" y="827560"/>
            <a:ext cx="619024" cy="575985"/>
            <a:chOff x="827350" y="3629733"/>
            <a:chExt cx="1431600" cy="1332067"/>
          </a:xfrm>
        </p:grpSpPr>
        <p:sp>
          <p:nvSpPr>
            <p:cNvPr id="21" name="Google Shape;319;p30">
              <a:extLst>
                <a:ext uri="{FF2B5EF4-FFF2-40B4-BE49-F238E27FC236}">
                  <a16:creationId xmlns:a16="http://schemas.microsoft.com/office/drawing/2014/main" id="{3D1A5D31-FF03-39A9-AEEC-ADC7F98ED218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2" name="Google Shape;320;p30">
              <a:extLst>
                <a:ext uri="{FF2B5EF4-FFF2-40B4-BE49-F238E27FC236}">
                  <a16:creationId xmlns:a16="http://schemas.microsoft.com/office/drawing/2014/main" id="{B39BCDDD-1DE4-F487-2ED6-5371F47525AA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3" name="Google Shape;321;p30">
              <a:extLst>
                <a:ext uri="{FF2B5EF4-FFF2-40B4-BE49-F238E27FC236}">
                  <a16:creationId xmlns:a16="http://schemas.microsoft.com/office/drawing/2014/main" id="{251A564F-C417-5E3E-AB68-AA847348382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3" name="Google Shape;298;p30">
            <a:extLst>
              <a:ext uri="{FF2B5EF4-FFF2-40B4-BE49-F238E27FC236}">
                <a16:creationId xmlns:a16="http://schemas.microsoft.com/office/drawing/2014/main" id="{43E03CE2-60C0-8CE5-5841-515F630D578A}"/>
              </a:ext>
            </a:extLst>
          </p:cNvPr>
          <p:cNvGrpSpPr/>
          <p:nvPr/>
        </p:nvGrpSpPr>
        <p:grpSpPr>
          <a:xfrm>
            <a:off x="734833" y="4839603"/>
            <a:ext cx="1571516" cy="1462255"/>
            <a:chOff x="827350" y="3629733"/>
            <a:chExt cx="1431600" cy="1332067"/>
          </a:xfrm>
        </p:grpSpPr>
        <p:sp>
          <p:nvSpPr>
            <p:cNvPr id="34" name="Google Shape;299;p30">
              <a:extLst>
                <a:ext uri="{FF2B5EF4-FFF2-40B4-BE49-F238E27FC236}">
                  <a16:creationId xmlns:a16="http://schemas.microsoft.com/office/drawing/2014/main" id="{3C10D9F4-4006-65AB-7E0B-EB6769C8FF4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5" name="Google Shape;300;p30">
              <a:extLst>
                <a:ext uri="{FF2B5EF4-FFF2-40B4-BE49-F238E27FC236}">
                  <a16:creationId xmlns:a16="http://schemas.microsoft.com/office/drawing/2014/main" id="{E79AD7A7-99E1-EDF7-BE97-27A62D998413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Google Shape;301;p30">
              <a:extLst>
                <a:ext uri="{FF2B5EF4-FFF2-40B4-BE49-F238E27FC236}">
                  <a16:creationId xmlns:a16="http://schemas.microsoft.com/office/drawing/2014/main" id="{B3049AA9-7E7A-BFE9-9CD3-BF118EC390CE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7" name="Google Shape;302;p30">
            <a:extLst>
              <a:ext uri="{FF2B5EF4-FFF2-40B4-BE49-F238E27FC236}">
                <a16:creationId xmlns:a16="http://schemas.microsoft.com/office/drawing/2014/main" id="{EB2595E9-2949-510C-44AE-FACBD8705FE5}"/>
              </a:ext>
            </a:extLst>
          </p:cNvPr>
          <p:cNvGrpSpPr/>
          <p:nvPr/>
        </p:nvGrpSpPr>
        <p:grpSpPr>
          <a:xfrm>
            <a:off x="430136" y="3870413"/>
            <a:ext cx="1041632" cy="969212"/>
            <a:chOff x="827350" y="3629733"/>
            <a:chExt cx="1431600" cy="1332067"/>
          </a:xfrm>
        </p:grpSpPr>
        <p:sp>
          <p:nvSpPr>
            <p:cNvPr id="38" name="Google Shape;303;p30">
              <a:extLst>
                <a:ext uri="{FF2B5EF4-FFF2-40B4-BE49-F238E27FC236}">
                  <a16:creationId xmlns:a16="http://schemas.microsoft.com/office/drawing/2014/main" id="{6248E4AD-D3F1-F345-6038-40100634779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9" name="Google Shape;304;p30">
              <a:extLst>
                <a:ext uri="{FF2B5EF4-FFF2-40B4-BE49-F238E27FC236}">
                  <a16:creationId xmlns:a16="http://schemas.microsoft.com/office/drawing/2014/main" id="{24D3946A-1CBA-EF92-D093-FC1B97D3E78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Google Shape;305;p30">
              <a:extLst>
                <a:ext uri="{FF2B5EF4-FFF2-40B4-BE49-F238E27FC236}">
                  <a16:creationId xmlns:a16="http://schemas.microsoft.com/office/drawing/2014/main" id="{ADF561B3-0F46-61F8-B5EA-958E84DE559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41" name="Google Shape;306;p30">
            <a:extLst>
              <a:ext uri="{FF2B5EF4-FFF2-40B4-BE49-F238E27FC236}">
                <a16:creationId xmlns:a16="http://schemas.microsoft.com/office/drawing/2014/main" id="{FE9BF60C-259B-6C2D-39D9-ECA48C901CD1}"/>
              </a:ext>
            </a:extLst>
          </p:cNvPr>
          <p:cNvGrpSpPr/>
          <p:nvPr/>
        </p:nvGrpSpPr>
        <p:grpSpPr>
          <a:xfrm>
            <a:off x="2421586" y="5859798"/>
            <a:ext cx="475100" cy="442069"/>
            <a:chOff x="827350" y="3629733"/>
            <a:chExt cx="1431600" cy="1332067"/>
          </a:xfrm>
        </p:grpSpPr>
        <p:sp>
          <p:nvSpPr>
            <p:cNvPr id="42" name="Google Shape;307;p30">
              <a:extLst>
                <a:ext uri="{FF2B5EF4-FFF2-40B4-BE49-F238E27FC236}">
                  <a16:creationId xmlns:a16="http://schemas.microsoft.com/office/drawing/2014/main" id="{8E48B295-0851-B73C-81E8-7D961AFCCE1F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3" name="Google Shape;308;p30">
              <a:extLst>
                <a:ext uri="{FF2B5EF4-FFF2-40B4-BE49-F238E27FC236}">
                  <a16:creationId xmlns:a16="http://schemas.microsoft.com/office/drawing/2014/main" id="{6405290F-5986-6F51-753E-5D7DC71929AD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4" name="Google Shape;309;p30">
              <a:extLst>
                <a:ext uri="{FF2B5EF4-FFF2-40B4-BE49-F238E27FC236}">
                  <a16:creationId xmlns:a16="http://schemas.microsoft.com/office/drawing/2014/main" id="{77E6AF5F-9519-D000-7302-1C5E534BE3B3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47722" y="2016092"/>
              <a:ext cx="4783107" cy="326063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83107" cy="326063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988450" ay="3943343" az="912359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8597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347722" y="2016092"/>
                <a:ext cx="4783107" cy="3260633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Freeform 6">
            <a:extLst>
              <a:ext uri="{FF2B5EF4-FFF2-40B4-BE49-F238E27FC236}">
                <a16:creationId xmlns:a16="http://schemas.microsoft.com/office/drawing/2014/main" id="{80D29F6C-DCB5-494E-B8A3-5CC60E027E20}"/>
              </a:ext>
            </a:extLst>
          </p:cNvPr>
          <p:cNvSpPr/>
          <p:nvPr/>
        </p:nvSpPr>
        <p:spPr>
          <a:xfrm>
            <a:off x="2910045" y="1816211"/>
            <a:ext cx="6762896" cy="4263316"/>
          </a:xfrm>
          <a:custGeom>
            <a:avLst/>
            <a:gdLst/>
            <a:ahLst/>
            <a:cxnLst/>
            <a:rect l="l" t="t" r="r" b="b"/>
            <a:pathLst>
              <a:path w="13771067" h="5869917">
                <a:moveTo>
                  <a:pt x="0" y="0"/>
                </a:moveTo>
                <a:lnTo>
                  <a:pt x="13771068" y="0"/>
                </a:lnTo>
                <a:lnTo>
                  <a:pt x="13771068" y="5869917"/>
                </a:lnTo>
                <a:lnTo>
                  <a:pt x="0" y="5869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ZoneTexte 23">
            <a:extLst>
              <a:ext uri="{FF2B5EF4-FFF2-40B4-BE49-F238E27FC236}">
                <a16:creationId xmlns:a16="http://schemas.microsoft.com/office/drawing/2014/main" id="{47A674F9-CE30-4AA0-B566-5FD1C380A8E6}"/>
              </a:ext>
            </a:extLst>
          </p:cNvPr>
          <p:cNvSpPr txBox="1"/>
          <p:nvPr/>
        </p:nvSpPr>
        <p:spPr>
          <a:xfrm>
            <a:off x="2714365" y="992805"/>
            <a:ext cx="71880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219170" rtl="1">
              <a:buClr>
                <a:srgbClr val="000000"/>
              </a:buClr>
            </a:pPr>
            <a:r>
              <a:rPr lang="fr-FR" sz="40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Feature Engineering &amp; Interaction </a:t>
            </a:r>
            <a:r>
              <a:rPr lang="fr-FR" sz="4000" kern="0" dirty="0" err="1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Features</a:t>
            </a:r>
            <a:endParaRPr kumimoji="0" lang="fr-FR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Arial"/>
            </a:endParaRPr>
          </a:p>
        </p:txBody>
      </p:sp>
      <p:sp>
        <p:nvSpPr>
          <p:cNvPr id="51" name="ZoneTexte 23">
            <a:extLst>
              <a:ext uri="{FF2B5EF4-FFF2-40B4-BE49-F238E27FC236}">
                <a16:creationId xmlns:a16="http://schemas.microsoft.com/office/drawing/2014/main" id="{59B8AA8A-36D8-44D2-92AB-4392B243E3D9}"/>
              </a:ext>
            </a:extLst>
          </p:cNvPr>
          <p:cNvSpPr txBox="1"/>
          <p:nvPr/>
        </p:nvSpPr>
        <p:spPr>
          <a:xfrm>
            <a:off x="3308089" y="1977194"/>
            <a:ext cx="5642834" cy="3900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Created interaction features to improve model insight: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CO2_x_OCCUPANCY → CO₂ when room occupied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CO2_x_WINDOW → CO₂ when window open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400" kern="100" dirty="0" err="1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WINDOW_x_OCCUPANCY</a:t>
            </a: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 → room occupied &amp; window open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400" kern="100" dirty="0" err="1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Temp_x_RH</a:t>
            </a: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 → indoor temp × humidity → proxy for discomfort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7" name="3D Model 46">
                <a:extLst>
                  <a:ext uri="{FF2B5EF4-FFF2-40B4-BE49-F238E27FC236}">
                    <a16:creationId xmlns:a16="http://schemas.microsoft.com/office/drawing/2014/main" id="{D2DFF09B-E310-44E3-93CA-D6ED5F9DCD5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rot="5400000">
              <a:off x="8819858" y="-5121298"/>
              <a:ext cx="4085418" cy="3399753"/>
            </p:xfrm>
            <a:graphic>
              <a:graphicData uri="http://schemas.microsoft.com/office/drawing/2017/model3d">
                <am3d:model3d r:embed="rId7">
                  <am3d:spPr>
                    <a:xfrm rot="5400000">
                      <a:off x="0" y="0"/>
                      <a:ext cx="4085418" cy="3399753"/>
                    </a:xfrm>
                    <a:prstGeom prst="rect">
                      <a:avLst/>
                    </a:prstGeom>
                  </am3d:spPr>
                  <am3d:camera>
                    <am3d:pos x="0" y="0" z="610577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2765" d="1000000"/>
                    <am3d:preTrans dx="355682" dy="0" dz="-210002"/>
                    <am3d:scale>
                      <am3d:sx n="1000000" d="1000000"/>
                      <am3d:sy n="1000000" d="1000000"/>
                      <am3d:sz n="1000000" d="1000000"/>
                    </am3d:scale>
                    <am3d:rot ax="5382811" ay="-150873" az="5789783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54186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7" name="3D Model 46">
                <a:extLst>
                  <a:ext uri="{FF2B5EF4-FFF2-40B4-BE49-F238E27FC236}">
                    <a16:creationId xmlns:a16="http://schemas.microsoft.com/office/drawing/2014/main" id="{D2DFF09B-E310-44E3-93CA-D6ED5F9DCD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5400000">
                <a:off x="8819858" y="-5121298"/>
                <a:ext cx="4085418" cy="339975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6210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5211F0F6-A632-A00E-2941-24C5220F494F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1847" t="10080"/>
          <a:stretch/>
        </p:blipFill>
        <p:spPr>
          <a:xfrm>
            <a:off x="0" y="-195868"/>
            <a:ext cx="8011632" cy="505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E05C4C6D-2D8D-9E2B-5D19-F1AD0BBC6B54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5261" t="6068"/>
          <a:stretch/>
        </p:blipFill>
        <p:spPr>
          <a:xfrm rot="-10799997">
            <a:off x="5831428" y="2463904"/>
            <a:ext cx="6883403" cy="47243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291;p30">
            <a:extLst>
              <a:ext uri="{FF2B5EF4-FFF2-40B4-BE49-F238E27FC236}">
                <a16:creationId xmlns:a16="http://schemas.microsoft.com/office/drawing/2014/main" id="{D2491D4E-A509-942E-0114-7BEEA8C1DB76}"/>
              </a:ext>
            </a:extLst>
          </p:cNvPr>
          <p:cNvGrpSpPr/>
          <p:nvPr/>
        </p:nvGrpSpPr>
        <p:grpSpPr>
          <a:xfrm rot="5400000">
            <a:off x="10359410" y="5209029"/>
            <a:ext cx="384801" cy="1462257"/>
            <a:chOff x="1006700" y="2603975"/>
            <a:chExt cx="55450" cy="210700"/>
          </a:xfrm>
        </p:grpSpPr>
        <p:sp>
          <p:nvSpPr>
            <p:cNvPr id="6" name="Google Shape;292;p30">
              <a:extLst>
                <a:ext uri="{FF2B5EF4-FFF2-40B4-BE49-F238E27FC236}">
                  <a16:creationId xmlns:a16="http://schemas.microsoft.com/office/drawing/2014/main" id="{AB681EB5-43D3-6F04-EFF4-45DC579D8359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" name="Google Shape;293;p30">
              <a:extLst>
                <a:ext uri="{FF2B5EF4-FFF2-40B4-BE49-F238E27FC236}">
                  <a16:creationId xmlns:a16="http://schemas.microsoft.com/office/drawing/2014/main" id="{C09B93FB-0C86-E2FF-373A-C8F9541F8EA6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8" name="Google Shape;294;p30">
              <a:extLst>
                <a:ext uri="{FF2B5EF4-FFF2-40B4-BE49-F238E27FC236}">
                  <a16:creationId xmlns:a16="http://schemas.microsoft.com/office/drawing/2014/main" id="{60634A43-76E0-7630-72BA-C47C08FDD611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" name="Google Shape;295;p30">
              <a:extLst>
                <a:ext uri="{FF2B5EF4-FFF2-40B4-BE49-F238E27FC236}">
                  <a16:creationId xmlns:a16="http://schemas.microsoft.com/office/drawing/2014/main" id="{1B903353-D970-7B15-8BAD-BC79DA74D28C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0" name="Google Shape;296;p30">
              <a:extLst>
                <a:ext uri="{FF2B5EF4-FFF2-40B4-BE49-F238E27FC236}">
                  <a16:creationId xmlns:a16="http://schemas.microsoft.com/office/drawing/2014/main" id="{37A3C4FB-6CA6-8838-9914-749D3974CD7C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Google Shape;297;p30">
              <a:extLst>
                <a:ext uri="{FF2B5EF4-FFF2-40B4-BE49-F238E27FC236}">
                  <a16:creationId xmlns:a16="http://schemas.microsoft.com/office/drawing/2014/main" id="{36A7577C-A1D4-EEAD-7664-F3AF7C7F88AC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2" name="Google Shape;310;p30">
            <a:extLst>
              <a:ext uri="{FF2B5EF4-FFF2-40B4-BE49-F238E27FC236}">
                <a16:creationId xmlns:a16="http://schemas.microsoft.com/office/drawing/2014/main" id="{876A2C92-34FA-E68B-EDAF-356A12205B08}"/>
              </a:ext>
            </a:extLst>
          </p:cNvPr>
          <p:cNvGrpSpPr/>
          <p:nvPr/>
        </p:nvGrpSpPr>
        <p:grpSpPr>
          <a:xfrm rot="14812035">
            <a:off x="9955002" y="292951"/>
            <a:ext cx="1193573" cy="1110589"/>
            <a:chOff x="827350" y="3629733"/>
            <a:chExt cx="1431600" cy="1332067"/>
          </a:xfrm>
        </p:grpSpPr>
        <p:sp>
          <p:nvSpPr>
            <p:cNvPr id="13" name="Google Shape;311;p30">
              <a:extLst>
                <a:ext uri="{FF2B5EF4-FFF2-40B4-BE49-F238E27FC236}">
                  <a16:creationId xmlns:a16="http://schemas.microsoft.com/office/drawing/2014/main" id="{881B927B-F774-D8DA-B786-95CD2852AFF5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Google Shape;312;p30">
              <a:extLst>
                <a:ext uri="{FF2B5EF4-FFF2-40B4-BE49-F238E27FC236}">
                  <a16:creationId xmlns:a16="http://schemas.microsoft.com/office/drawing/2014/main" id="{D90DF374-FBBA-79AB-A13F-6F508A69F9D8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Google Shape;313;p30">
              <a:extLst>
                <a:ext uri="{FF2B5EF4-FFF2-40B4-BE49-F238E27FC236}">
                  <a16:creationId xmlns:a16="http://schemas.microsoft.com/office/drawing/2014/main" id="{8ADD0847-504F-EFCB-D90C-B3456586492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6" name="Google Shape;314;p30">
            <a:extLst>
              <a:ext uri="{FF2B5EF4-FFF2-40B4-BE49-F238E27FC236}">
                <a16:creationId xmlns:a16="http://schemas.microsoft.com/office/drawing/2014/main" id="{118E42FE-3C6B-82C1-69F4-4562366206F6}"/>
              </a:ext>
            </a:extLst>
          </p:cNvPr>
          <p:cNvGrpSpPr/>
          <p:nvPr/>
        </p:nvGrpSpPr>
        <p:grpSpPr>
          <a:xfrm>
            <a:off x="10841711" y="1420954"/>
            <a:ext cx="798643" cy="743116"/>
            <a:chOff x="827350" y="3629733"/>
            <a:chExt cx="1431600" cy="1332067"/>
          </a:xfrm>
        </p:grpSpPr>
        <p:sp>
          <p:nvSpPr>
            <p:cNvPr id="17" name="Google Shape;315;p30">
              <a:extLst>
                <a:ext uri="{FF2B5EF4-FFF2-40B4-BE49-F238E27FC236}">
                  <a16:creationId xmlns:a16="http://schemas.microsoft.com/office/drawing/2014/main" id="{E2EB4F9C-73F0-288F-713A-F60C533534ED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8" name="Google Shape;316;p30">
              <a:extLst>
                <a:ext uri="{FF2B5EF4-FFF2-40B4-BE49-F238E27FC236}">
                  <a16:creationId xmlns:a16="http://schemas.microsoft.com/office/drawing/2014/main" id="{97979220-0805-7775-89AE-D80C0D85FF5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Google Shape;317;p30">
              <a:extLst>
                <a:ext uri="{FF2B5EF4-FFF2-40B4-BE49-F238E27FC236}">
                  <a16:creationId xmlns:a16="http://schemas.microsoft.com/office/drawing/2014/main" id="{A1C1A7A5-E161-2B04-DEF6-C59F5A5AE56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0" name="Google Shape;318;p30">
            <a:extLst>
              <a:ext uri="{FF2B5EF4-FFF2-40B4-BE49-F238E27FC236}">
                <a16:creationId xmlns:a16="http://schemas.microsoft.com/office/drawing/2014/main" id="{8FD18C2D-8903-565E-6E32-3AE50D6B597F}"/>
              </a:ext>
            </a:extLst>
          </p:cNvPr>
          <p:cNvGrpSpPr/>
          <p:nvPr/>
        </p:nvGrpSpPr>
        <p:grpSpPr>
          <a:xfrm rot="5400000">
            <a:off x="9201641" y="827560"/>
            <a:ext cx="619024" cy="575985"/>
            <a:chOff x="827350" y="3629733"/>
            <a:chExt cx="1431600" cy="1332067"/>
          </a:xfrm>
        </p:grpSpPr>
        <p:sp>
          <p:nvSpPr>
            <p:cNvPr id="21" name="Google Shape;319;p30">
              <a:extLst>
                <a:ext uri="{FF2B5EF4-FFF2-40B4-BE49-F238E27FC236}">
                  <a16:creationId xmlns:a16="http://schemas.microsoft.com/office/drawing/2014/main" id="{3D1A5D31-FF03-39A9-AEEC-ADC7F98ED218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2" name="Google Shape;320;p30">
              <a:extLst>
                <a:ext uri="{FF2B5EF4-FFF2-40B4-BE49-F238E27FC236}">
                  <a16:creationId xmlns:a16="http://schemas.microsoft.com/office/drawing/2014/main" id="{B39BCDDD-1DE4-F487-2ED6-5371F47525AA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3" name="Google Shape;321;p30">
              <a:extLst>
                <a:ext uri="{FF2B5EF4-FFF2-40B4-BE49-F238E27FC236}">
                  <a16:creationId xmlns:a16="http://schemas.microsoft.com/office/drawing/2014/main" id="{251A564F-C417-5E3E-AB68-AA847348382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3" name="Google Shape;298;p30">
            <a:extLst>
              <a:ext uri="{FF2B5EF4-FFF2-40B4-BE49-F238E27FC236}">
                <a16:creationId xmlns:a16="http://schemas.microsoft.com/office/drawing/2014/main" id="{43E03CE2-60C0-8CE5-5841-515F630D578A}"/>
              </a:ext>
            </a:extLst>
          </p:cNvPr>
          <p:cNvGrpSpPr/>
          <p:nvPr/>
        </p:nvGrpSpPr>
        <p:grpSpPr>
          <a:xfrm>
            <a:off x="734833" y="4839603"/>
            <a:ext cx="1571516" cy="1462255"/>
            <a:chOff x="827350" y="3629733"/>
            <a:chExt cx="1431600" cy="1332067"/>
          </a:xfrm>
        </p:grpSpPr>
        <p:sp>
          <p:nvSpPr>
            <p:cNvPr id="34" name="Google Shape;299;p30">
              <a:extLst>
                <a:ext uri="{FF2B5EF4-FFF2-40B4-BE49-F238E27FC236}">
                  <a16:creationId xmlns:a16="http://schemas.microsoft.com/office/drawing/2014/main" id="{3C10D9F4-4006-65AB-7E0B-EB6769C8FF4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5" name="Google Shape;300;p30">
              <a:extLst>
                <a:ext uri="{FF2B5EF4-FFF2-40B4-BE49-F238E27FC236}">
                  <a16:creationId xmlns:a16="http://schemas.microsoft.com/office/drawing/2014/main" id="{E79AD7A7-99E1-EDF7-BE97-27A62D998413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Google Shape;301;p30">
              <a:extLst>
                <a:ext uri="{FF2B5EF4-FFF2-40B4-BE49-F238E27FC236}">
                  <a16:creationId xmlns:a16="http://schemas.microsoft.com/office/drawing/2014/main" id="{B3049AA9-7E7A-BFE9-9CD3-BF118EC390CE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7" name="Google Shape;302;p30">
            <a:extLst>
              <a:ext uri="{FF2B5EF4-FFF2-40B4-BE49-F238E27FC236}">
                <a16:creationId xmlns:a16="http://schemas.microsoft.com/office/drawing/2014/main" id="{EB2595E9-2949-510C-44AE-FACBD8705FE5}"/>
              </a:ext>
            </a:extLst>
          </p:cNvPr>
          <p:cNvGrpSpPr/>
          <p:nvPr/>
        </p:nvGrpSpPr>
        <p:grpSpPr>
          <a:xfrm>
            <a:off x="430136" y="3870413"/>
            <a:ext cx="1041632" cy="969212"/>
            <a:chOff x="827350" y="3629733"/>
            <a:chExt cx="1431600" cy="1332067"/>
          </a:xfrm>
        </p:grpSpPr>
        <p:sp>
          <p:nvSpPr>
            <p:cNvPr id="38" name="Google Shape;303;p30">
              <a:extLst>
                <a:ext uri="{FF2B5EF4-FFF2-40B4-BE49-F238E27FC236}">
                  <a16:creationId xmlns:a16="http://schemas.microsoft.com/office/drawing/2014/main" id="{6248E4AD-D3F1-F345-6038-40100634779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9" name="Google Shape;304;p30">
              <a:extLst>
                <a:ext uri="{FF2B5EF4-FFF2-40B4-BE49-F238E27FC236}">
                  <a16:creationId xmlns:a16="http://schemas.microsoft.com/office/drawing/2014/main" id="{24D3946A-1CBA-EF92-D093-FC1B97D3E78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Google Shape;305;p30">
              <a:extLst>
                <a:ext uri="{FF2B5EF4-FFF2-40B4-BE49-F238E27FC236}">
                  <a16:creationId xmlns:a16="http://schemas.microsoft.com/office/drawing/2014/main" id="{ADF561B3-0F46-61F8-B5EA-958E84DE559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41" name="Google Shape;306;p30">
            <a:extLst>
              <a:ext uri="{FF2B5EF4-FFF2-40B4-BE49-F238E27FC236}">
                <a16:creationId xmlns:a16="http://schemas.microsoft.com/office/drawing/2014/main" id="{FE9BF60C-259B-6C2D-39D9-ECA48C901CD1}"/>
              </a:ext>
            </a:extLst>
          </p:cNvPr>
          <p:cNvGrpSpPr/>
          <p:nvPr/>
        </p:nvGrpSpPr>
        <p:grpSpPr>
          <a:xfrm>
            <a:off x="2421586" y="5859798"/>
            <a:ext cx="475100" cy="442069"/>
            <a:chOff x="827350" y="3629733"/>
            <a:chExt cx="1431600" cy="1332067"/>
          </a:xfrm>
        </p:grpSpPr>
        <p:sp>
          <p:nvSpPr>
            <p:cNvPr id="42" name="Google Shape;307;p30">
              <a:extLst>
                <a:ext uri="{FF2B5EF4-FFF2-40B4-BE49-F238E27FC236}">
                  <a16:creationId xmlns:a16="http://schemas.microsoft.com/office/drawing/2014/main" id="{8E48B295-0851-B73C-81E8-7D961AFCCE1F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3" name="Google Shape;308;p30">
              <a:extLst>
                <a:ext uri="{FF2B5EF4-FFF2-40B4-BE49-F238E27FC236}">
                  <a16:creationId xmlns:a16="http://schemas.microsoft.com/office/drawing/2014/main" id="{6405290F-5986-6F51-753E-5D7DC71929AD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4" name="Google Shape;309;p30">
              <a:extLst>
                <a:ext uri="{FF2B5EF4-FFF2-40B4-BE49-F238E27FC236}">
                  <a16:creationId xmlns:a16="http://schemas.microsoft.com/office/drawing/2014/main" id="{77E6AF5F-9519-D000-7302-1C5E534BE3B3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47722" y="2016092"/>
              <a:ext cx="4783107" cy="326063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83107" cy="326063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988450" ay="3943343" az="912359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8597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347722" y="2016092"/>
                <a:ext cx="4783107" cy="3260633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Freeform 6">
            <a:extLst>
              <a:ext uri="{FF2B5EF4-FFF2-40B4-BE49-F238E27FC236}">
                <a16:creationId xmlns:a16="http://schemas.microsoft.com/office/drawing/2014/main" id="{80D29F6C-DCB5-494E-B8A3-5CC60E027E20}"/>
              </a:ext>
            </a:extLst>
          </p:cNvPr>
          <p:cNvSpPr/>
          <p:nvPr/>
        </p:nvSpPr>
        <p:spPr>
          <a:xfrm>
            <a:off x="3308401" y="1816211"/>
            <a:ext cx="5914759" cy="4263316"/>
          </a:xfrm>
          <a:custGeom>
            <a:avLst/>
            <a:gdLst/>
            <a:ahLst/>
            <a:cxnLst/>
            <a:rect l="l" t="t" r="r" b="b"/>
            <a:pathLst>
              <a:path w="13771067" h="5869917">
                <a:moveTo>
                  <a:pt x="0" y="0"/>
                </a:moveTo>
                <a:lnTo>
                  <a:pt x="13771068" y="0"/>
                </a:lnTo>
                <a:lnTo>
                  <a:pt x="13771068" y="5869917"/>
                </a:lnTo>
                <a:lnTo>
                  <a:pt x="0" y="5869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ZoneTexte 23">
            <a:extLst>
              <a:ext uri="{FF2B5EF4-FFF2-40B4-BE49-F238E27FC236}">
                <a16:creationId xmlns:a16="http://schemas.microsoft.com/office/drawing/2014/main" id="{47A674F9-CE30-4AA0-B566-5FD1C380A8E6}"/>
              </a:ext>
            </a:extLst>
          </p:cNvPr>
          <p:cNvSpPr txBox="1"/>
          <p:nvPr/>
        </p:nvSpPr>
        <p:spPr>
          <a:xfrm>
            <a:off x="2714365" y="992805"/>
            <a:ext cx="71880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219170" rtl="1">
              <a:buClr>
                <a:srgbClr val="000000"/>
              </a:buClr>
            </a:pPr>
            <a:r>
              <a:rPr lang="fr-FR" sz="40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Feature Engineering &amp; Interaction </a:t>
            </a:r>
            <a:r>
              <a:rPr lang="fr-FR" sz="4000" kern="0" dirty="0" err="1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Features</a:t>
            </a:r>
            <a:endParaRPr kumimoji="0" lang="fr-FR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Arial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7" name="3D Model 46">
                <a:extLst>
                  <a:ext uri="{FF2B5EF4-FFF2-40B4-BE49-F238E27FC236}">
                    <a16:creationId xmlns:a16="http://schemas.microsoft.com/office/drawing/2014/main" id="{D2DFF09B-E310-44E3-93CA-D6ED5F9DCD5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rot="5400000">
              <a:off x="8819858" y="-5121298"/>
              <a:ext cx="4085418" cy="3399753"/>
            </p:xfrm>
            <a:graphic>
              <a:graphicData uri="http://schemas.microsoft.com/office/drawing/2017/model3d">
                <am3d:model3d r:embed="rId7">
                  <am3d:spPr>
                    <a:xfrm rot="5400000">
                      <a:off x="0" y="0"/>
                      <a:ext cx="4085418" cy="3399753"/>
                    </a:xfrm>
                    <a:prstGeom prst="rect">
                      <a:avLst/>
                    </a:prstGeom>
                  </am3d:spPr>
                  <am3d:camera>
                    <am3d:pos x="0" y="0" z="610577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2765" d="1000000"/>
                    <am3d:preTrans dx="355682" dy="0" dz="-210002"/>
                    <am3d:scale>
                      <am3d:sx n="1000000" d="1000000"/>
                      <am3d:sy n="1000000" d="1000000"/>
                      <am3d:sz n="1000000" d="1000000"/>
                    </am3d:scale>
                    <am3d:rot ax="5382811" ay="-150873" az="5789783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54186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7" name="3D Model 46">
                <a:extLst>
                  <a:ext uri="{FF2B5EF4-FFF2-40B4-BE49-F238E27FC236}">
                    <a16:creationId xmlns:a16="http://schemas.microsoft.com/office/drawing/2014/main" id="{D2DFF09B-E310-44E3-93CA-D6ED5F9DCD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5400000">
                <a:off x="8819858" y="-5121298"/>
                <a:ext cx="4085418" cy="3399753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Picture 1" descr="A graph of co2 and co2&#10;&#10;AI-generated content may be incorrect.">
            <a:extLst>
              <a:ext uri="{FF2B5EF4-FFF2-40B4-BE49-F238E27FC236}">
                <a16:creationId xmlns:a16="http://schemas.microsoft.com/office/drawing/2014/main" id="{1E7AFB58-7739-5F31-1448-FCCDCE8FF9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620" y="2145048"/>
            <a:ext cx="4682627" cy="3626787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1">
                <a:lumMod val="20000"/>
                <a:lumOff val="80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81093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64E9-0C37-D6A9-0011-61D6DFE68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C5E0224A-1AAD-DC7B-6462-851C8976FA7F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1847" t="10080"/>
          <a:stretch/>
        </p:blipFill>
        <p:spPr>
          <a:xfrm>
            <a:off x="0" y="-195868"/>
            <a:ext cx="8011632" cy="505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6FC0F5FF-7EFD-F5D3-022E-884FE8819B07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5261" t="6068"/>
          <a:stretch/>
        </p:blipFill>
        <p:spPr>
          <a:xfrm rot="-10799997">
            <a:off x="5831428" y="2463904"/>
            <a:ext cx="6883403" cy="47243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291;p30">
            <a:extLst>
              <a:ext uri="{FF2B5EF4-FFF2-40B4-BE49-F238E27FC236}">
                <a16:creationId xmlns:a16="http://schemas.microsoft.com/office/drawing/2014/main" id="{3401FB9A-382C-CA25-86B8-6DB04B0CD0E3}"/>
              </a:ext>
            </a:extLst>
          </p:cNvPr>
          <p:cNvGrpSpPr/>
          <p:nvPr/>
        </p:nvGrpSpPr>
        <p:grpSpPr>
          <a:xfrm rot="5400000">
            <a:off x="10359410" y="5209029"/>
            <a:ext cx="384801" cy="1462257"/>
            <a:chOff x="1006700" y="2603975"/>
            <a:chExt cx="55450" cy="210700"/>
          </a:xfrm>
        </p:grpSpPr>
        <p:sp>
          <p:nvSpPr>
            <p:cNvPr id="6" name="Google Shape;292;p30">
              <a:extLst>
                <a:ext uri="{FF2B5EF4-FFF2-40B4-BE49-F238E27FC236}">
                  <a16:creationId xmlns:a16="http://schemas.microsoft.com/office/drawing/2014/main" id="{DCFF8EEB-EAB7-48AE-FD53-8ECD96ABC7CC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" name="Google Shape;293;p30">
              <a:extLst>
                <a:ext uri="{FF2B5EF4-FFF2-40B4-BE49-F238E27FC236}">
                  <a16:creationId xmlns:a16="http://schemas.microsoft.com/office/drawing/2014/main" id="{77B90078-2982-E786-D0AB-163B8E1D626F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8" name="Google Shape;294;p30">
              <a:extLst>
                <a:ext uri="{FF2B5EF4-FFF2-40B4-BE49-F238E27FC236}">
                  <a16:creationId xmlns:a16="http://schemas.microsoft.com/office/drawing/2014/main" id="{8B076065-7B56-77D1-6D3A-7DACBBE3436A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" name="Google Shape;295;p30">
              <a:extLst>
                <a:ext uri="{FF2B5EF4-FFF2-40B4-BE49-F238E27FC236}">
                  <a16:creationId xmlns:a16="http://schemas.microsoft.com/office/drawing/2014/main" id="{221EA1D1-B8E1-C234-2009-48340C0BE97B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0" name="Google Shape;296;p30">
              <a:extLst>
                <a:ext uri="{FF2B5EF4-FFF2-40B4-BE49-F238E27FC236}">
                  <a16:creationId xmlns:a16="http://schemas.microsoft.com/office/drawing/2014/main" id="{37A670C5-77EB-F75E-7F7F-5F433FA20266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Google Shape;297;p30">
              <a:extLst>
                <a:ext uri="{FF2B5EF4-FFF2-40B4-BE49-F238E27FC236}">
                  <a16:creationId xmlns:a16="http://schemas.microsoft.com/office/drawing/2014/main" id="{B5E9D018-B566-4530-5F02-4ABCB6DFC2D1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2" name="Google Shape;310;p30">
            <a:extLst>
              <a:ext uri="{FF2B5EF4-FFF2-40B4-BE49-F238E27FC236}">
                <a16:creationId xmlns:a16="http://schemas.microsoft.com/office/drawing/2014/main" id="{9A588D1E-A78E-95F4-5958-C83ED903AC86}"/>
              </a:ext>
            </a:extLst>
          </p:cNvPr>
          <p:cNvGrpSpPr/>
          <p:nvPr/>
        </p:nvGrpSpPr>
        <p:grpSpPr>
          <a:xfrm rot="14812035">
            <a:off x="9955002" y="292951"/>
            <a:ext cx="1193573" cy="1110589"/>
            <a:chOff x="827350" y="3629733"/>
            <a:chExt cx="1431600" cy="1332067"/>
          </a:xfrm>
        </p:grpSpPr>
        <p:sp>
          <p:nvSpPr>
            <p:cNvPr id="13" name="Google Shape;311;p30">
              <a:extLst>
                <a:ext uri="{FF2B5EF4-FFF2-40B4-BE49-F238E27FC236}">
                  <a16:creationId xmlns:a16="http://schemas.microsoft.com/office/drawing/2014/main" id="{F82F2B19-35CC-0CCC-877F-A3BF84B4BE34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Google Shape;312;p30">
              <a:extLst>
                <a:ext uri="{FF2B5EF4-FFF2-40B4-BE49-F238E27FC236}">
                  <a16:creationId xmlns:a16="http://schemas.microsoft.com/office/drawing/2014/main" id="{75AAC47F-277F-DB50-D7D0-C2712422DD7F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Google Shape;313;p30">
              <a:extLst>
                <a:ext uri="{FF2B5EF4-FFF2-40B4-BE49-F238E27FC236}">
                  <a16:creationId xmlns:a16="http://schemas.microsoft.com/office/drawing/2014/main" id="{21B4EBE6-C3E6-5A9A-86EE-AEF1AAA07A10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6" name="Google Shape;314;p30">
            <a:extLst>
              <a:ext uri="{FF2B5EF4-FFF2-40B4-BE49-F238E27FC236}">
                <a16:creationId xmlns:a16="http://schemas.microsoft.com/office/drawing/2014/main" id="{682378B1-F0F6-75CB-C892-9D01C1B042E7}"/>
              </a:ext>
            </a:extLst>
          </p:cNvPr>
          <p:cNvGrpSpPr/>
          <p:nvPr/>
        </p:nvGrpSpPr>
        <p:grpSpPr>
          <a:xfrm>
            <a:off x="10841711" y="1420954"/>
            <a:ext cx="798643" cy="743116"/>
            <a:chOff x="827350" y="3629733"/>
            <a:chExt cx="1431600" cy="1332067"/>
          </a:xfrm>
        </p:grpSpPr>
        <p:sp>
          <p:nvSpPr>
            <p:cNvPr id="17" name="Google Shape;315;p30">
              <a:extLst>
                <a:ext uri="{FF2B5EF4-FFF2-40B4-BE49-F238E27FC236}">
                  <a16:creationId xmlns:a16="http://schemas.microsoft.com/office/drawing/2014/main" id="{E6B04B70-321E-4497-19A9-CD18787A5663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8" name="Google Shape;316;p30">
              <a:extLst>
                <a:ext uri="{FF2B5EF4-FFF2-40B4-BE49-F238E27FC236}">
                  <a16:creationId xmlns:a16="http://schemas.microsoft.com/office/drawing/2014/main" id="{475FB19B-5C06-547C-053D-0A92C5EDF2DE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Google Shape;317;p30">
              <a:extLst>
                <a:ext uri="{FF2B5EF4-FFF2-40B4-BE49-F238E27FC236}">
                  <a16:creationId xmlns:a16="http://schemas.microsoft.com/office/drawing/2014/main" id="{B67B70A5-1BA5-EEB1-A5FE-9E62995D6AAA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0" name="Google Shape;318;p30">
            <a:extLst>
              <a:ext uri="{FF2B5EF4-FFF2-40B4-BE49-F238E27FC236}">
                <a16:creationId xmlns:a16="http://schemas.microsoft.com/office/drawing/2014/main" id="{47E6D59C-78FE-6B74-CE5D-E85603BE4893}"/>
              </a:ext>
            </a:extLst>
          </p:cNvPr>
          <p:cNvGrpSpPr/>
          <p:nvPr/>
        </p:nvGrpSpPr>
        <p:grpSpPr>
          <a:xfrm rot="5400000">
            <a:off x="9201641" y="827560"/>
            <a:ext cx="619024" cy="575985"/>
            <a:chOff x="827350" y="3629733"/>
            <a:chExt cx="1431600" cy="1332067"/>
          </a:xfrm>
        </p:grpSpPr>
        <p:sp>
          <p:nvSpPr>
            <p:cNvPr id="21" name="Google Shape;319;p30">
              <a:extLst>
                <a:ext uri="{FF2B5EF4-FFF2-40B4-BE49-F238E27FC236}">
                  <a16:creationId xmlns:a16="http://schemas.microsoft.com/office/drawing/2014/main" id="{3766F6DD-C3BC-B476-F811-D9B24ADFBA82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2" name="Google Shape;320;p30">
              <a:extLst>
                <a:ext uri="{FF2B5EF4-FFF2-40B4-BE49-F238E27FC236}">
                  <a16:creationId xmlns:a16="http://schemas.microsoft.com/office/drawing/2014/main" id="{0F226044-6593-A2EA-9613-8D4B791D705E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3" name="Google Shape;321;p30">
              <a:extLst>
                <a:ext uri="{FF2B5EF4-FFF2-40B4-BE49-F238E27FC236}">
                  <a16:creationId xmlns:a16="http://schemas.microsoft.com/office/drawing/2014/main" id="{DF393582-708B-3787-4964-AEE879EE88F6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3" name="Google Shape;298;p30">
            <a:extLst>
              <a:ext uri="{FF2B5EF4-FFF2-40B4-BE49-F238E27FC236}">
                <a16:creationId xmlns:a16="http://schemas.microsoft.com/office/drawing/2014/main" id="{DE8F1C52-F257-F740-7C56-AC9B287A0C04}"/>
              </a:ext>
            </a:extLst>
          </p:cNvPr>
          <p:cNvGrpSpPr/>
          <p:nvPr/>
        </p:nvGrpSpPr>
        <p:grpSpPr>
          <a:xfrm>
            <a:off x="734833" y="4839603"/>
            <a:ext cx="1571516" cy="1462255"/>
            <a:chOff x="827350" y="3629733"/>
            <a:chExt cx="1431600" cy="1332067"/>
          </a:xfrm>
        </p:grpSpPr>
        <p:sp>
          <p:nvSpPr>
            <p:cNvPr id="34" name="Google Shape;299;p30">
              <a:extLst>
                <a:ext uri="{FF2B5EF4-FFF2-40B4-BE49-F238E27FC236}">
                  <a16:creationId xmlns:a16="http://schemas.microsoft.com/office/drawing/2014/main" id="{177087AE-09B6-BA71-6CAB-A8CF5A78841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5" name="Google Shape;300;p30">
              <a:extLst>
                <a:ext uri="{FF2B5EF4-FFF2-40B4-BE49-F238E27FC236}">
                  <a16:creationId xmlns:a16="http://schemas.microsoft.com/office/drawing/2014/main" id="{7B80A75D-7849-203C-C2BA-299DFF74A11F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Google Shape;301;p30">
              <a:extLst>
                <a:ext uri="{FF2B5EF4-FFF2-40B4-BE49-F238E27FC236}">
                  <a16:creationId xmlns:a16="http://schemas.microsoft.com/office/drawing/2014/main" id="{C22A4D44-2B1C-7B64-7F37-FB30A710A3AA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7" name="Google Shape;302;p30">
            <a:extLst>
              <a:ext uri="{FF2B5EF4-FFF2-40B4-BE49-F238E27FC236}">
                <a16:creationId xmlns:a16="http://schemas.microsoft.com/office/drawing/2014/main" id="{21233660-312A-7692-0F93-563A5FCBABB7}"/>
              </a:ext>
            </a:extLst>
          </p:cNvPr>
          <p:cNvGrpSpPr/>
          <p:nvPr/>
        </p:nvGrpSpPr>
        <p:grpSpPr>
          <a:xfrm>
            <a:off x="430136" y="3870413"/>
            <a:ext cx="1041632" cy="969212"/>
            <a:chOff x="827350" y="3629733"/>
            <a:chExt cx="1431600" cy="1332067"/>
          </a:xfrm>
        </p:grpSpPr>
        <p:sp>
          <p:nvSpPr>
            <p:cNvPr id="38" name="Google Shape;303;p30">
              <a:extLst>
                <a:ext uri="{FF2B5EF4-FFF2-40B4-BE49-F238E27FC236}">
                  <a16:creationId xmlns:a16="http://schemas.microsoft.com/office/drawing/2014/main" id="{A0C203E5-06FD-BC6B-F91F-9AF8A7777A85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9" name="Google Shape;304;p30">
              <a:extLst>
                <a:ext uri="{FF2B5EF4-FFF2-40B4-BE49-F238E27FC236}">
                  <a16:creationId xmlns:a16="http://schemas.microsoft.com/office/drawing/2014/main" id="{9C02FEF7-4CF2-B5B4-D470-51456D1A9AC0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Google Shape;305;p30">
              <a:extLst>
                <a:ext uri="{FF2B5EF4-FFF2-40B4-BE49-F238E27FC236}">
                  <a16:creationId xmlns:a16="http://schemas.microsoft.com/office/drawing/2014/main" id="{88276E41-7C29-B3D1-E169-BBB0C2560233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41" name="Google Shape;306;p30">
            <a:extLst>
              <a:ext uri="{FF2B5EF4-FFF2-40B4-BE49-F238E27FC236}">
                <a16:creationId xmlns:a16="http://schemas.microsoft.com/office/drawing/2014/main" id="{266F9B3C-BA7A-9667-BCB3-D66EBD324DE1}"/>
              </a:ext>
            </a:extLst>
          </p:cNvPr>
          <p:cNvGrpSpPr/>
          <p:nvPr/>
        </p:nvGrpSpPr>
        <p:grpSpPr>
          <a:xfrm>
            <a:off x="2421586" y="5859798"/>
            <a:ext cx="475100" cy="442069"/>
            <a:chOff x="827350" y="3629733"/>
            <a:chExt cx="1431600" cy="1332067"/>
          </a:xfrm>
        </p:grpSpPr>
        <p:sp>
          <p:nvSpPr>
            <p:cNvPr id="42" name="Google Shape;307;p30">
              <a:extLst>
                <a:ext uri="{FF2B5EF4-FFF2-40B4-BE49-F238E27FC236}">
                  <a16:creationId xmlns:a16="http://schemas.microsoft.com/office/drawing/2014/main" id="{EF0E680D-7067-6AC8-C2E7-B760BF8C7922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3" name="Google Shape;308;p30">
              <a:extLst>
                <a:ext uri="{FF2B5EF4-FFF2-40B4-BE49-F238E27FC236}">
                  <a16:creationId xmlns:a16="http://schemas.microsoft.com/office/drawing/2014/main" id="{70339104-A81D-6EB3-C9AB-8CFBA5749BB2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4" name="Google Shape;309;p30">
              <a:extLst>
                <a:ext uri="{FF2B5EF4-FFF2-40B4-BE49-F238E27FC236}">
                  <a16:creationId xmlns:a16="http://schemas.microsoft.com/office/drawing/2014/main" id="{FFB188BC-4C1A-D17D-7F32-EF7EA182A5E0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Modèle 3D 47">
                <a:extLst>
                  <a:ext uri="{FF2B5EF4-FFF2-40B4-BE49-F238E27FC236}">
                    <a16:creationId xmlns:a16="http://schemas.microsoft.com/office/drawing/2014/main" id="{5962CDF7-F611-8AA9-56D3-ACD51F7EF40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47722" y="2016092"/>
              <a:ext cx="4783107" cy="326063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83107" cy="326063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988450" ay="3943343" az="912359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8597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Modèle 3D 47">
                <a:extLst>
                  <a:ext uri="{FF2B5EF4-FFF2-40B4-BE49-F238E27FC236}">
                    <a16:creationId xmlns:a16="http://schemas.microsoft.com/office/drawing/2014/main" id="{5962CDF7-F611-8AA9-56D3-ACD51F7EF40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347722" y="2016092"/>
                <a:ext cx="4783107" cy="3260633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Freeform 6">
            <a:extLst>
              <a:ext uri="{FF2B5EF4-FFF2-40B4-BE49-F238E27FC236}">
                <a16:creationId xmlns:a16="http://schemas.microsoft.com/office/drawing/2014/main" id="{D57A7840-ABF6-42EF-1C10-DD724534902B}"/>
              </a:ext>
            </a:extLst>
          </p:cNvPr>
          <p:cNvSpPr/>
          <p:nvPr/>
        </p:nvSpPr>
        <p:spPr>
          <a:xfrm>
            <a:off x="3308401" y="1816211"/>
            <a:ext cx="5914759" cy="4263316"/>
          </a:xfrm>
          <a:custGeom>
            <a:avLst/>
            <a:gdLst/>
            <a:ahLst/>
            <a:cxnLst/>
            <a:rect l="l" t="t" r="r" b="b"/>
            <a:pathLst>
              <a:path w="13771067" h="5869917">
                <a:moveTo>
                  <a:pt x="0" y="0"/>
                </a:moveTo>
                <a:lnTo>
                  <a:pt x="13771068" y="0"/>
                </a:lnTo>
                <a:lnTo>
                  <a:pt x="13771068" y="5869917"/>
                </a:lnTo>
                <a:lnTo>
                  <a:pt x="0" y="5869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ZoneTexte 23">
            <a:extLst>
              <a:ext uri="{FF2B5EF4-FFF2-40B4-BE49-F238E27FC236}">
                <a16:creationId xmlns:a16="http://schemas.microsoft.com/office/drawing/2014/main" id="{2734DB09-8A86-75DF-A238-CC297A2C39EB}"/>
              </a:ext>
            </a:extLst>
          </p:cNvPr>
          <p:cNvSpPr txBox="1"/>
          <p:nvPr/>
        </p:nvSpPr>
        <p:spPr>
          <a:xfrm>
            <a:off x="2714365" y="992805"/>
            <a:ext cx="71880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219170" rtl="1">
              <a:buClr>
                <a:srgbClr val="000000"/>
              </a:buClr>
            </a:pPr>
            <a:r>
              <a:rPr lang="fr-FR" sz="40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Feature Engineering &amp; Interaction </a:t>
            </a:r>
            <a:r>
              <a:rPr lang="fr-FR" sz="4000" kern="0" dirty="0" err="1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Features</a:t>
            </a:r>
            <a:endParaRPr kumimoji="0" lang="fr-FR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Arial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7" name="3D Model 46">
                <a:extLst>
                  <a:ext uri="{FF2B5EF4-FFF2-40B4-BE49-F238E27FC236}">
                    <a16:creationId xmlns:a16="http://schemas.microsoft.com/office/drawing/2014/main" id="{5C1713A9-9054-8A44-23A3-FD17C8B046F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rot="5400000">
              <a:off x="8819858" y="-5121298"/>
              <a:ext cx="4085418" cy="3399753"/>
            </p:xfrm>
            <a:graphic>
              <a:graphicData uri="http://schemas.microsoft.com/office/drawing/2017/model3d">
                <am3d:model3d r:embed="rId7">
                  <am3d:spPr>
                    <a:xfrm rot="5400000">
                      <a:off x="0" y="0"/>
                      <a:ext cx="4085418" cy="3399753"/>
                    </a:xfrm>
                    <a:prstGeom prst="rect">
                      <a:avLst/>
                    </a:prstGeom>
                  </am3d:spPr>
                  <am3d:camera>
                    <am3d:pos x="0" y="0" z="610577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2765" d="1000000"/>
                    <am3d:preTrans dx="355682" dy="0" dz="-210002"/>
                    <am3d:scale>
                      <am3d:sx n="1000000" d="1000000"/>
                      <am3d:sy n="1000000" d="1000000"/>
                      <am3d:sz n="1000000" d="1000000"/>
                    </am3d:scale>
                    <am3d:rot ax="5382811" ay="-150873" az="5789783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54186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7" name="3D Model 46">
                <a:extLst>
                  <a:ext uri="{FF2B5EF4-FFF2-40B4-BE49-F238E27FC236}">
                    <a16:creationId xmlns:a16="http://schemas.microsoft.com/office/drawing/2014/main" id="{5C1713A9-9054-8A44-23A3-FD17C8B046F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5400000">
                <a:off x="8819858" y="-5121298"/>
                <a:ext cx="4085418" cy="3399753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B69690DD-5532-198B-A107-D6A39D16F9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617" y="2065956"/>
            <a:ext cx="4607359" cy="3793842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1">
                <a:lumMod val="20000"/>
                <a:lumOff val="80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781132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5A009-4FCB-1C53-A01D-C6623C036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BD891930-FCE2-36EE-67BD-35CBDB56376F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1847" t="10080"/>
          <a:stretch/>
        </p:blipFill>
        <p:spPr>
          <a:xfrm>
            <a:off x="0" y="-195868"/>
            <a:ext cx="8011632" cy="505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99EBD0DE-599B-5168-90E4-5683DDAD9769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5261" t="6068"/>
          <a:stretch/>
        </p:blipFill>
        <p:spPr>
          <a:xfrm rot="-10799997">
            <a:off x="5831428" y="2463904"/>
            <a:ext cx="6883403" cy="47243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291;p30">
            <a:extLst>
              <a:ext uri="{FF2B5EF4-FFF2-40B4-BE49-F238E27FC236}">
                <a16:creationId xmlns:a16="http://schemas.microsoft.com/office/drawing/2014/main" id="{D011DE30-E56D-596B-F6FD-929BB29BBDCD}"/>
              </a:ext>
            </a:extLst>
          </p:cNvPr>
          <p:cNvGrpSpPr/>
          <p:nvPr/>
        </p:nvGrpSpPr>
        <p:grpSpPr>
          <a:xfrm rot="5400000">
            <a:off x="10359410" y="5209029"/>
            <a:ext cx="384801" cy="1462257"/>
            <a:chOff x="1006700" y="2603975"/>
            <a:chExt cx="55450" cy="210700"/>
          </a:xfrm>
        </p:grpSpPr>
        <p:sp>
          <p:nvSpPr>
            <p:cNvPr id="6" name="Google Shape;292;p30">
              <a:extLst>
                <a:ext uri="{FF2B5EF4-FFF2-40B4-BE49-F238E27FC236}">
                  <a16:creationId xmlns:a16="http://schemas.microsoft.com/office/drawing/2014/main" id="{E7AE1EF1-538B-A28E-B3B7-D6159FF0A2E3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" name="Google Shape;293;p30">
              <a:extLst>
                <a:ext uri="{FF2B5EF4-FFF2-40B4-BE49-F238E27FC236}">
                  <a16:creationId xmlns:a16="http://schemas.microsoft.com/office/drawing/2014/main" id="{BFF0CB45-9F47-DA42-E90C-554D69350DC6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8" name="Google Shape;294;p30">
              <a:extLst>
                <a:ext uri="{FF2B5EF4-FFF2-40B4-BE49-F238E27FC236}">
                  <a16:creationId xmlns:a16="http://schemas.microsoft.com/office/drawing/2014/main" id="{A7CFFC77-69F2-2253-BC8A-CB5EBF276C3B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" name="Google Shape;295;p30">
              <a:extLst>
                <a:ext uri="{FF2B5EF4-FFF2-40B4-BE49-F238E27FC236}">
                  <a16:creationId xmlns:a16="http://schemas.microsoft.com/office/drawing/2014/main" id="{F9A25408-3E67-2FB7-2772-B24182EC90AE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0" name="Google Shape;296;p30">
              <a:extLst>
                <a:ext uri="{FF2B5EF4-FFF2-40B4-BE49-F238E27FC236}">
                  <a16:creationId xmlns:a16="http://schemas.microsoft.com/office/drawing/2014/main" id="{E2A90147-9399-3ADC-1C74-D0D54D67A678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Google Shape;297;p30">
              <a:extLst>
                <a:ext uri="{FF2B5EF4-FFF2-40B4-BE49-F238E27FC236}">
                  <a16:creationId xmlns:a16="http://schemas.microsoft.com/office/drawing/2014/main" id="{F3D21573-BE6E-F731-2FDE-F484750B97B1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2" name="Google Shape;310;p30">
            <a:extLst>
              <a:ext uri="{FF2B5EF4-FFF2-40B4-BE49-F238E27FC236}">
                <a16:creationId xmlns:a16="http://schemas.microsoft.com/office/drawing/2014/main" id="{2749D270-081C-1FCE-632A-DA238BF5ED85}"/>
              </a:ext>
            </a:extLst>
          </p:cNvPr>
          <p:cNvGrpSpPr/>
          <p:nvPr/>
        </p:nvGrpSpPr>
        <p:grpSpPr>
          <a:xfrm rot="14812035">
            <a:off x="9955002" y="292951"/>
            <a:ext cx="1193573" cy="1110589"/>
            <a:chOff x="827350" y="3629733"/>
            <a:chExt cx="1431600" cy="1332067"/>
          </a:xfrm>
        </p:grpSpPr>
        <p:sp>
          <p:nvSpPr>
            <p:cNvPr id="13" name="Google Shape;311;p30">
              <a:extLst>
                <a:ext uri="{FF2B5EF4-FFF2-40B4-BE49-F238E27FC236}">
                  <a16:creationId xmlns:a16="http://schemas.microsoft.com/office/drawing/2014/main" id="{3AA70651-BA36-9325-E4DD-DD9DDA37C79B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Google Shape;312;p30">
              <a:extLst>
                <a:ext uri="{FF2B5EF4-FFF2-40B4-BE49-F238E27FC236}">
                  <a16:creationId xmlns:a16="http://schemas.microsoft.com/office/drawing/2014/main" id="{2B4A2A97-4020-E6DA-21F1-0D80A8B7EFAC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Google Shape;313;p30">
              <a:extLst>
                <a:ext uri="{FF2B5EF4-FFF2-40B4-BE49-F238E27FC236}">
                  <a16:creationId xmlns:a16="http://schemas.microsoft.com/office/drawing/2014/main" id="{08453364-0B15-9E4D-C406-D293A48F4DAE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6" name="Google Shape;314;p30">
            <a:extLst>
              <a:ext uri="{FF2B5EF4-FFF2-40B4-BE49-F238E27FC236}">
                <a16:creationId xmlns:a16="http://schemas.microsoft.com/office/drawing/2014/main" id="{DAE75A4F-C6E9-8608-8E8C-14FBD0012CF5}"/>
              </a:ext>
            </a:extLst>
          </p:cNvPr>
          <p:cNvGrpSpPr/>
          <p:nvPr/>
        </p:nvGrpSpPr>
        <p:grpSpPr>
          <a:xfrm>
            <a:off x="10841711" y="1420954"/>
            <a:ext cx="798643" cy="743116"/>
            <a:chOff x="827350" y="3629733"/>
            <a:chExt cx="1431600" cy="1332067"/>
          </a:xfrm>
        </p:grpSpPr>
        <p:sp>
          <p:nvSpPr>
            <p:cNvPr id="17" name="Google Shape;315;p30">
              <a:extLst>
                <a:ext uri="{FF2B5EF4-FFF2-40B4-BE49-F238E27FC236}">
                  <a16:creationId xmlns:a16="http://schemas.microsoft.com/office/drawing/2014/main" id="{A11EE8ED-9B72-61C0-D64A-C15B40F8CB95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8" name="Google Shape;316;p30">
              <a:extLst>
                <a:ext uri="{FF2B5EF4-FFF2-40B4-BE49-F238E27FC236}">
                  <a16:creationId xmlns:a16="http://schemas.microsoft.com/office/drawing/2014/main" id="{DB473B89-0721-5D4C-5989-86C18A5B4A39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Google Shape;317;p30">
              <a:extLst>
                <a:ext uri="{FF2B5EF4-FFF2-40B4-BE49-F238E27FC236}">
                  <a16:creationId xmlns:a16="http://schemas.microsoft.com/office/drawing/2014/main" id="{6DA7AF39-5BCF-726D-C686-A65D448DC240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0" name="Google Shape;318;p30">
            <a:extLst>
              <a:ext uri="{FF2B5EF4-FFF2-40B4-BE49-F238E27FC236}">
                <a16:creationId xmlns:a16="http://schemas.microsoft.com/office/drawing/2014/main" id="{074B287B-0788-C48D-9E0B-4973961A0C0A}"/>
              </a:ext>
            </a:extLst>
          </p:cNvPr>
          <p:cNvGrpSpPr/>
          <p:nvPr/>
        </p:nvGrpSpPr>
        <p:grpSpPr>
          <a:xfrm rot="5400000">
            <a:off x="9201641" y="827560"/>
            <a:ext cx="619024" cy="575985"/>
            <a:chOff x="827350" y="3629733"/>
            <a:chExt cx="1431600" cy="1332067"/>
          </a:xfrm>
        </p:grpSpPr>
        <p:sp>
          <p:nvSpPr>
            <p:cNvPr id="21" name="Google Shape;319;p30">
              <a:extLst>
                <a:ext uri="{FF2B5EF4-FFF2-40B4-BE49-F238E27FC236}">
                  <a16:creationId xmlns:a16="http://schemas.microsoft.com/office/drawing/2014/main" id="{415EF752-5476-3084-9D16-48EC9BFE1291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2" name="Google Shape;320;p30">
              <a:extLst>
                <a:ext uri="{FF2B5EF4-FFF2-40B4-BE49-F238E27FC236}">
                  <a16:creationId xmlns:a16="http://schemas.microsoft.com/office/drawing/2014/main" id="{4EE97BB1-E812-0251-496D-500C9FE594B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3" name="Google Shape;321;p30">
              <a:extLst>
                <a:ext uri="{FF2B5EF4-FFF2-40B4-BE49-F238E27FC236}">
                  <a16:creationId xmlns:a16="http://schemas.microsoft.com/office/drawing/2014/main" id="{85304405-7A12-706B-FA4F-31A289C67A46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3" name="Google Shape;298;p30">
            <a:extLst>
              <a:ext uri="{FF2B5EF4-FFF2-40B4-BE49-F238E27FC236}">
                <a16:creationId xmlns:a16="http://schemas.microsoft.com/office/drawing/2014/main" id="{FD893080-4D37-EE43-5E12-62ED88A6675E}"/>
              </a:ext>
            </a:extLst>
          </p:cNvPr>
          <p:cNvGrpSpPr/>
          <p:nvPr/>
        </p:nvGrpSpPr>
        <p:grpSpPr>
          <a:xfrm>
            <a:off x="734833" y="4839603"/>
            <a:ext cx="1571516" cy="1462255"/>
            <a:chOff x="827350" y="3629733"/>
            <a:chExt cx="1431600" cy="1332067"/>
          </a:xfrm>
        </p:grpSpPr>
        <p:sp>
          <p:nvSpPr>
            <p:cNvPr id="34" name="Google Shape;299;p30">
              <a:extLst>
                <a:ext uri="{FF2B5EF4-FFF2-40B4-BE49-F238E27FC236}">
                  <a16:creationId xmlns:a16="http://schemas.microsoft.com/office/drawing/2014/main" id="{58616B78-FACB-63D3-B71B-A33762B24877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5" name="Google Shape;300;p30">
              <a:extLst>
                <a:ext uri="{FF2B5EF4-FFF2-40B4-BE49-F238E27FC236}">
                  <a16:creationId xmlns:a16="http://schemas.microsoft.com/office/drawing/2014/main" id="{B696DD47-69B9-5D14-BBF8-EA9C079891E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Google Shape;301;p30">
              <a:extLst>
                <a:ext uri="{FF2B5EF4-FFF2-40B4-BE49-F238E27FC236}">
                  <a16:creationId xmlns:a16="http://schemas.microsoft.com/office/drawing/2014/main" id="{5C147C95-7D1B-6435-0169-807105C10666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7" name="Google Shape;302;p30">
            <a:extLst>
              <a:ext uri="{FF2B5EF4-FFF2-40B4-BE49-F238E27FC236}">
                <a16:creationId xmlns:a16="http://schemas.microsoft.com/office/drawing/2014/main" id="{D7C46494-70BA-4253-6FD0-DF177B7C770E}"/>
              </a:ext>
            </a:extLst>
          </p:cNvPr>
          <p:cNvGrpSpPr/>
          <p:nvPr/>
        </p:nvGrpSpPr>
        <p:grpSpPr>
          <a:xfrm>
            <a:off x="430136" y="3870413"/>
            <a:ext cx="1041632" cy="969212"/>
            <a:chOff x="827350" y="3629733"/>
            <a:chExt cx="1431600" cy="1332067"/>
          </a:xfrm>
        </p:grpSpPr>
        <p:sp>
          <p:nvSpPr>
            <p:cNvPr id="38" name="Google Shape;303;p30">
              <a:extLst>
                <a:ext uri="{FF2B5EF4-FFF2-40B4-BE49-F238E27FC236}">
                  <a16:creationId xmlns:a16="http://schemas.microsoft.com/office/drawing/2014/main" id="{83D8F8E3-E0F0-4604-9F6A-8B61B1E273A4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9" name="Google Shape;304;p30">
              <a:extLst>
                <a:ext uri="{FF2B5EF4-FFF2-40B4-BE49-F238E27FC236}">
                  <a16:creationId xmlns:a16="http://schemas.microsoft.com/office/drawing/2014/main" id="{7EEC8200-699E-DC63-BA46-D342CCA127B2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Google Shape;305;p30">
              <a:extLst>
                <a:ext uri="{FF2B5EF4-FFF2-40B4-BE49-F238E27FC236}">
                  <a16:creationId xmlns:a16="http://schemas.microsoft.com/office/drawing/2014/main" id="{B862062E-71BD-9543-9051-E4052CCB09C1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41" name="Google Shape;306;p30">
            <a:extLst>
              <a:ext uri="{FF2B5EF4-FFF2-40B4-BE49-F238E27FC236}">
                <a16:creationId xmlns:a16="http://schemas.microsoft.com/office/drawing/2014/main" id="{F8646D07-6F87-CBE2-41B5-44B3FFD6774F}"/>
              </a:ext>
            </a:extLst>
          </p:cNvPr>
          <p:cNvGrpSpPr/>
          <p:nvPr/>
        </p:nvGrpSpPr>
        <p:grpSpPr>
          <a:xfrm>
            <a:off x="2421586" y="5859798"/>
            <a:ext cx="475100" cy="442069"/>
            <a:chOff x="827350" y="3629733"/>
            <a:chExt cx="1431600" cy="1332067"/>
          </a:xfrm>
        </p:grpSpPr>
        <p:sp>
          <p:nvSpPr>
            <p:cNvPr id="42" name="Google Shape;307;p30">
              <a:extLst>
                <a:ext uri="{FF2B5EF4-FFF2-40B4-BE49-F238E27FC236}">
                  <a16:creationId xmlns:a16="http://schemas.microsoft.com/office/drawing/2014/main" id="{73F704CD-CCD9-D322-59F0-EE67BE9A1B2A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3" name="Google Shape;308;p30">
              <a:extLst>
                <a:ext uri="{FF2B5EF4-FFF2-40B4-BE49-F238E27FC236}">
                  <a16:creationId xmlns:a16="http://schemas.microsoft.com/office/drawing/2014/main" id="{A4BA2440-389C-E486-B92F-5A49CD5A71E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4" name="Google Shape;309;p30">
              <a:extLst>
                <a:ext uri="{FF2B5EF4-FFF2-40B4-BE49-F238E27FC236}">
                  <a16:creationId xmlns:a16="http://schemas.microsoft.com/office/drawing/2014/main" id="{ADF570FA-48F7-75FF-7DAD-BD5D4F235240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Modèle 3D 47">
                <a:extLst>
                  <a:ext uri="{FF2B5EF4-FFF2-40B4-BE49-F238E27FC236}">
                    <a16:creationId xmlns:a16="http://schemas.microsoft.com/office/drawing/2014/main" id="{C8B5CE99-E5FB-023B-76F6-BA6CBC76D96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47722" y="2016092"/>
              <a:ext cx="4783107" cy="326063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83107" cy="326063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988450" ay="3943343" az="912359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8597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Modèle 3D 47">
                <a:extLst>
                  <a:ext uri="{FF2B5EF4-FFF2-40B4-BE49-F238E27FC236}">
                    <a16:creationId xmlns:a16="http://schemas.microsoft.com/office/drawing/2014/main" id="{C8B5CE99-E5FB-023B-76F6-BA6CBC76D96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347722" y="2016092"/>
                <a:ext cx="4783107" cy="3260633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Freeform 6">
            <a:extLst>
              <a:ext uri="{FF2B5EF4-FFF2-40B4-BE49-F238E27FC236}">
                <a16:creationId xmlns:a16="http://schemas.microsoft.com/office/drawing/2014/main" id="{5084786B-5534-3B5D-E37C-24D0CF1A7B4D}"/>
              </a:ext>
            </a:extLst>
          </p:cNvPr>
          <p:cNvSpPr/>
          <p:nvPr/>
        </p:nvSpPr>
        <p:spPr>
          <a:xfrm>
            <a:off x="3308401" y="1816211"/>
            <a:ext cx="5914759" cy="4263316"/>
          </a:xfrm>
          <a:custGeom>
            <a:avLst/>
            <a:gdLst/>
            <a:ahLst/>
            <a:cxnLst/>
            <a:rect l="l" t="t" r="r" b="b"/>
            <a:pathLst>
              <a:path w="13771067" h="5869917">
                <a:moveTo>
                  <a:pt x="0" y="0"/>
                </a:moveTo>
                <a:lnTo>
                  <a:pt x="13771068" y="0"/>
                </a:lnTo>
                <a:lnTo>
                  <a:pt x="13771068" y="5869917"/>
                </a:lnTo>
                <a:lnTo>
                  <a:pt x="0" y="5869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ZoneTexte 23">
            <a:extLst>
              <a:ext uri="{FF2B5EF4-FFF2-40B4-BE49-F238E27FC236}">
                <a16:creationId xmlns:a16="http://schemas.microsoft.com/office/drawing/2014/main" id="{ADA0910D-9883-6139-066D-BF112A282813}"/>
              </a:ext>
            </a:extLst>
          </p:cNvPr>
          <p:cNvSpPr txBox="1"/>
          <p:nvPr/>
        </p:nvSpPr>
        <p:spPr>
          <a:xfrm>
            <a:off x="2714365" y="992805"/>
            <a:ext cx="71880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219170" rtl="1">
              <a:buClr>
                <a:srgbClr val="000000"/>
              </a:buClr>
            </a:pPr>
            <a:r>
              <a:rPr lang="fr-FR" sz="40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Feature Engineering &amp; Interaction </a:t>
            </a:r>
            <a:r>
              <a:rPr lang="fr-FR" sz="4000" kern="0" dirty="0" err="1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Features</a:t>
            </a:r>
            <a:endParaRPr kumimoji="0" lang="fr-FR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Arial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7" name="3D Model 46">
                <a:extLst>
                  <a:ext uri="{FF2B5EF4-FFF2-40B4-BE49-F238E27FC236}">
                    <a16:creationId xmlns:a16="http://schemas.microsoft.com/office/drawing/2014/main" id="{6D3C8AE1-663A-BC6A-8C29-CCF05127E3C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rot="5400000">
              <a:off x="8819858" y="-5121298"/>
              <a:ext cx="4085418" cy="3399753"/>
            </p:xfrm>
            <a:graphic>
              <a:graphicData uri="http://schemas.microsoft.com/office/drawing/2017/model3d">
                <am3d:model3d r:embed="rId7">
                  <am3d:spPr>
                    <a:xfrm rot="5400000">
                      <a:off x="0" y="0"/>
                      <a:ext cx="4085418" cy="3399753"/>
                    </a:xfrm>
                    <a:prstGeom prst="rect">
                      <a:avLst/>
                    </a:prstGeom>
                  </am3d:spPr>
                  <am3d:camera>
                    <am3d:pos x="0" y="0" z="610577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2765" d="1000000"/>
                    <am3d:preTrans dx="355682" dy="0" dz="-210002"/>
                    <am3d:scale>
                      <am3d:sx n="1000000" d="1000000"/>
                      <am3d:sy n="1000000" d="1000000"/>
                      <am3d:sz n="1000000" d="1000000"/>
                    </am3d:scale>
                    <am3d:rot ax="5382811" ay="-150873" az="5789783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54186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7" name="3D Model 46">
                <a:extLst>
                  <a:ext uri="{FF2B5EF4-FFF2-40B4-BE49-F238E27FC236}">
                    <a16:creationId xmlns:a16="http://schemas.microsoft.com/office/drawing/2014/main" id="{6D3C8AE1-663A-BC6A-8C29-CCF05127E3C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5400000">
                <a:off x="8819858" y="-5121298"/>
                <a:ext cx="4085418" cy="3399753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03174408-FEAF-4723-1DC0-DBABEBA725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900" y="2023217"/>
            <a:ext cx="4561676" cy="3759440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1">
                <a:lumMod val="20000"/>
                <a:lumOff val="80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347130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F9970-3567-26BB-BD30-096D7CE2A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84A48706-D137-931B-76C3-11AF5DDDC458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1847" t="10080"/>
          <a:stretch/>
        </p:blipFill>
        <p:spPr>
          <a:xfrm>
            <a:off x="0" y="-195868"/>
            <a:ext cx="8011632" cy="505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DB6F276B-9384-0CBA-631B-292E561E7165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5261" t="6068"/>
          <a:stretch/>
        </p:blipFill>
        <p:spPr>
          <a:xfrm rot="-10799997">
            <a:off x="5831428" y="2463904"/>
            <a:ext cx="6883403" cy="47243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291;p30">
            <a:extLst>
              <a:ext uri="{FF2B5EF4-FFF2-40B4-BE49-F238E27FC236}">
                <a16:creationId xmlns:a16="http://schemas.microsoft.com/office/drawing/2014/main" id="{0EF2C76C-41F6-16A9-0E20-50AA4337BBE8}"/>
              </a:ext>
            </a:extLst>
          </p:cNvPr>
          <p:cNvGrpSpPr/>
          <p:nvPr/>
        </p:nvGrpSpPr>
        <p:grpSpPr>
          <a:xfrm rot="5400000">
            <a:off x="10359410" y="5209029"/>
            <a:ext cx="384801" cy="1462257"/>
            <a:chOff x="1006700" y="2603975"/>
            <a:chExt cx="55450" cy="210700"/>
          </a:xfrm>
        </p:grpSpPr>
        <p:sp>
          <p:nvSpPr>
            <p:cNvPr id="6" name="Google Shape;292;p30">
              <a:extLst>
                <a:ext uri="{FF2B5EF4-FFF2-40B4-BE49-F238E27FC236}">
                  <a16:creationId xmlns:a16="http://schemas.microsoft.com/office/drawing/2014/main" id="{D7C6CBC2-7CCA-7745-94BD-E5C4778FEFA1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" name="Google Shape;293;p30">
              <a:extLst>
                <a:ext uri="{FF2B5EF4-FFF2-40B4-BE49-F238E27FC236}">
                  <a16:creationId xmlns:a16="http://schemas.microsoft.com/office/drawing/2014/main" id="{5C8F46D8-2611-805F-D0C0-3CE6DBDAAFD5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8" name="Google Shape;294;p30">
              <a:extLst>
                <a:ext uri="{FF2B5EF4-FFF2-40B4-BE49-F238E27FC236}">
                  <a16:creationId xmlns:a16="http://schemas.microsoft.com/office/drawing/2014/main" id="{6A26783B-4485-55AC-E031-988A74EBE23E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" name="Google Shape;295;p30">
              <a:extLst>
                <a:ext uri="{FF2B5EF4-FFF2-40B4-BE49-F238E27FC236}">
                  <a16:creationId xmlns:a16="http://schemas.microsoft.com/office/drawing/2014/main" id="{79AF9F88-2445-D215-FFE8-BD6D516672C9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0" name="Google Shape;296;p30">
              <a:extLst>
                <a:ext uri="{FF2B5EF4-FFF2-40B4-BE49-F238E27FC236}">
                  <a16:creationId xmlns:a16="http://schemas.microsoft.com/office/drawing/2014/main" id="{4D781AC5-7CA4-34FC-559F-5EB6FB7A008F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Google Shape;297;p30">
              <a:extLst>
                <a:ext uri="{FF2B5EF4-FFF2-40B4-BE49-F238E27FC236}">
                  <a16:creationId xmlns:a16="http://schemas.microsoft.com/office/drawing/2014/main" id="{EA089F1C-D04C-A2CA-8919-85820DD794C6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2" name="Google Shape;310;p30">
            <a:extLst>
              <a:ext uri="{FF2B5EF4-FFF2-40B4-BE49-F238E27FC236}">
                <a16:creationId xmlns:a16="http://schemas.microsoft.com/office/drawing/2014/main" id="{4155E06A-688F-C2FD-244C-BB069F68B45D}"/>
              </a:ext>
            </a:extLst>
          </p:cNvPr>
          <p:cNvGrpSpPr/>
          <p:nvPr/>
        </p:nvGrpSpPr>
        <p:grpSpPr>
          <a:xfrm rot="14812035">
            <a:off x="9955002" y="292951"/>
            <a:ext cx="1193573" cy="1110589"/>
            <a:chOff x="827350" y="3629733"/>
            <a:chExt cx="1431600" cy="1332067"/>
          </a:xfrm>
        </p:grpSpPr>
        <p:sp>
          <p:nvSpPr>
            <p:cNvPr id="13" name="Google Shape;311;p30">
              <a:extLst>
                <a:ext uri="{FF2B5EF4-FFF2-40B4-BE49-F238E27FC236}">
                  <a16:creationId xmlns:a16="http://schemas.microsoft.com/office/drawing/2014/main" id="{772F674F-B410-D084-D500-B2AF0498F27C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Google Shape;312;p30">
              <a:extLst>
                <a:ext uri="{FF2B5EF4-FFF2-40B4-BE49-F238E27FC236}">
                  <a16:creationId xmlns:a16="http://schemas.microsoft.com/office/drawing/2014/main" id="{1D49CBEE-C1F4-45AC-FF45-4D4401C7C4A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Google Shape;313;p30">
              <a:extLst>
                <a:ext uri="{FF2B5EF4-FFF2-40B4-BE49-F238E27FC236}">
                  <a16:creationId xmlns:a16="http://schemas.microsoft.com/office/drawing/2014/main" id="{9DDEDDB6-D412-E7B7-425B-6ECFF01500CE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6" name="Google Shape;314;p30">
            <a:extLst>
              <a:ext uri="{FF2B5EF4-FFF2-40B4-BE49-F238E27FC236}">
                <a16:creationId xmlns:a16="http://schemas.microsoft.com/office/drawing/2014/main" id="{6E5411BD-218C-DA21-84AB-E3878FDB953F}"/>
              </a:ext>
            </a:extLst>
          </p:cNvPr>
          <p:cNvGrpSpPr/>
          <p:nvPr/>
        </p:nvGrpSpPr>
        <p:grpSpPr>
          <a:xfrm>
            <a:off x="10841711" y="1420954"/>
            <a:ext cx="798643" cy="743116"/>
            <a:chOff x="827350" y="3629733"/>
            <a:chExt cx="1431600" cy="1332067"/>
          </a:xfrm>
        </p:grpSpPr>
        <p:sp>
          <p:nvSpPr>
            <p:cNvPr id="17" name="Google Shape;315;p30">
              <a:extLst>
                <a:ext uri="{FF2B5EF4-FFF2-40B4-BE49-F238E27FC236}">
                  <a16:creationId xmlns:a16="http://schemas.microsoft.com/office/drawing/2014/main" id="{98042F21-BB26-2FA9-4222-0BBC8F700B87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8" name="Google Shape;316;p30">
              <a:extLst>
                <a:ext uri="{FF2B5EF4-FFF2-40B4-BE49-F238E27FC236}">
                  <a16:creationId xmlns:a16="http://schemas.microsoft.com/office/drawing/2014/main" id="{071B91E5-649B-94F6-F8ED-33C99BDD6CA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Google Shape;317;p30">
              <a:extLst>
                <a:ext uri="{FF2B5EF4-FFF2-40B4-BE49-F238E27FC236}">
                  <a16:creationId xmlns:a16="http://schemas.microsoft.com/office/drawing/2014/main" id="{4B43C06D-93EF-207D-44C6-84A5DBF25E9A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0" name="Google Shape;318;p30">
            <a:extLst>
              <a:ext uri="{FF2B5EF4-FFF2-40B4-BE49-F238E27FC236}">
                <a16:creationId xmlns:a16="http://schemas.microsoft.com/office/drawing/2014/main" id="{95D65211-E84C-B896-ABF5-DEE143290DED}"/>
              </a:ext>
            </a:extLst>
          </p:cNvPr>
          <p:cNvGrpSpPr/>
          <p:nvPr/>
        </p:nvGrpSpPr>
        <p:grpSpPr>
          <a:xfrm rot="5400000">
            <a:off x="9201641" y="827560"/>
            <a:ext cx="619024" cy="575985"/>
            <a:chOff x="827350" y="3629733"/>
            <a:chExt cx="1431600" cy="1332067"/>
          </a:xfrm>
        </p:grpSpPr>
        <p:sp>
          <p:nvSpPr>
            <p:cNvPr id="21" name="Google Shape;319;p30">
              <a:extLst>
                <a:ext uri="{FF2B5EF4-FFF2-40B4-BE49-F238E27FC236}">
                  <a16:creationId xmlns:a16="http://schemas.microsoft.com/office/drawing/2014/main" id="{7B59CFBC-4DB1-7E4F-489A-1A506E7F6F32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2" name="Google Shape;320;p30">
              <a:extLst>
                <a:ext uri="{FF2B5EF4-FFF2-40B4-BE49-F238E27FC236}">
                  <a16:creationId xmlns:a16="http://schemas.microsoft.com/office/drawing/2014/main" id="{2BDD0B48-43EE-2D9C-102F-BD039B8BFF79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3" name="Google Shape;321;p30">
              <a:extLst>
                <a:ext uri="{FF2B5EF4-FFF2-40B4-BE49-F238E27FC236}">
                  <a16:creationId xmlns:a16="http://schemas.microsoft.com/office/drawing/2014/main" id="{7007EDC5-45E9-4625-3991-304D09CB3289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3" name="Google Shape;298;p30">
            <a:extLst>
              <a:ext uri="{FF2B5EF4-FFF2-40B4-BE49-F238E27FC236}">
                <a16:creationId xmlns:a16="http://schemas.microsoft.com/office/drawing/2014/main" id="{5F01B0F4-A0BB-BCD4-B5E4-642F5C45939C}"/>
              </a:ext>
            </a:extLst>
          </p:cNvPr>
          <p:cNvGrpSpPr/>
          <p:nvPr/>
        </p:nvGrpSpPr>
        <p:grpSpPr>
          <a:xfrm>
            <a:off x="734833" y="4839603"/>
            <a:ext cx="1571516" cy="1462255"/>
            <a:chOff x="827350" y="3629733"/>
            <a:chExt cx="1431600" cy="1332067"/>
          </a:xfrm>
        </p:grpSpPr>
        <p:sp>
          <p:nvSpPr>
            <p:cNvPr id="34" name="Google Shape;299;p30">
              <a:extLst>
                <a:ext uri="{FF2B5EF4-FFF2-40B4-BE49-F238E27FC236}">
                  <a16:creationId xmlns:a16="http://schemas.microsoft.com/office/drawing/2014/main" id="{BE36760E-2BB9-02FE-1464-08E6F4150F66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5" name="Google Shape;300;p30">
              <a:extLst>
                <a:ext uri="{FF2B5EF4-FFF2-40B4-BE49-F238E27FC236}">
                  <a16:creationId xmlns:a16="http://schemas.microsoft.com/office/drawing/2014/main" id="{80203F83-D962-8914-D610-4B876F51A3F2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Google Shape;301;p30">
              <a:extLst>
                <a:ext uri="{FF2B5EF4-FFF2-40B4-BE49-F238E27FC236}">
                  <a16:creationId xmlns:a16="http://schemas.microsoft.com/office/drawing/2014/main" id="{8D2B7C82-029C-89B0-7CBD-8D83557950A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7" name="Google Shape;302;p30">
            <a:extLst>
              <a:ext uri="{FF2B5EF4-FFF2-40B4-BE49-F238E27FC236}">
                <a16:creationId xmlns:a16="http://schemas.microsoft.com/office/drawing/2014/main" id="{C2BAB99C-0261-BFA6-E45C-14E4291A2A3A}"/>
              </a:ext>
            </a:extLst>
          </p:cNvPr>
          <p:cNvGrpSpPr/>
          <p:nvPr/>
        </p:nvGrpSpPr>
        <p:grpSpPr>
          <a:xfrm>
            <a:off x="430136" y="3870413"/>
            <a:ext cx="1041632" cy="969212"/>
            <a:chOff x="827350" y="3629733"/>
            <a:chExt cx="1431600" cy="1332067"/>
          </a:xfrm>
        </p:grpSpPr>
        <p:sp>
          <p:nvSpPr>
            <p:cNvPr id="38" name="Google Shape;303;p30">
              <a:extLst>
                <a:ext uri="{FF2B5EF4-FFF2-40B4-BE49-F238E27FC236}">
                  <a16:creationId xmlns:a16="http://schemas.microsoft.com/office/drawing/2014/main" id="{E62528D3-5D85-353D-E060-E8662A5C935E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9" name="Google Shape;304;p30">
              <a:extLst>
                <a:ext uri="{FF2B5EF4-FFF2-40B4-BE49-F238E27FC236}">
                  <a16:creationId xmlns:a16="http://schemas.microsoft.com/office/drawing/2014/main" id="{C91FA0FF-5E79-8D40-9241-3C2AF9D99C28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Google Shape;305;p30">
              <a:extLst>
                <a:ext uri="{FF2B5EF4-FFF2-40B4-BE49-F238E27FC236}">
                  <a16:creationId xmlns:a16="http://schemas.microsoft.com/office/drawing/2014/main" id="{A6E203FF-73B6-9539-466B-BEFF2BF5B564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41" name="Google Shape;306;p30">
            <a:extLst>
              <a:ext uri="{FF2B5EF4-FFF2-40B4-BE49-F238E27FC236}">
                <a16:creationId xmlns:a16="http://schemas.microsoft.com/office/drawing/2014/main" id="{5C019780-EF55-A2F1-31C2-2E73273B345E}"/>
              </a:ext>
            </a:extLst>
          </p:cNvPr>
          <p:cNvGrpSpPr/>
          <p:nvPr/>
        </p:nvGrpSpPr>
        <p:grpSpPr>
          <a:xfrm>
            <a:off x="2421586" y="5859798"/>
            <a:ext cx="475100" cy="442069"/>
            <a:chOff x="827350" y="3629733"/>
            <a:chExt cx="1431600" cy="1332067"/>
          </a:xfrm>
        </p:grpSpPr>
        <p:sp>
          <p:nvSpPr>
            <p:cNvPr id="42" name="Google Shape;307;p30">
              <a:extLst>
                <a:ext uri="{FF2B5EF4-FFF2-40B4-BE49-F238E27FC236}">
                  <a16:creationId xmlns:a16="http://schemas.microsoft.com/office/drawing/2014/main" id="{C6F342E3-16C3-EA91-98E0-A3A3E8BF220C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3" name="Google Shape;308;p30">
              <a:extLst>
                <a:ext uri="{FF2B5EF4-FFF2-40B4-BE49-F238E27FC236}">
                  <a16:creationId xmlns:a16="http://schemas.microsoft.com/office/drawing/2014/main" id="{E26A0D61-A14C-B9B8-C5E0-201B6C8BCC7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4" name="Google Shape;309;p30">
              <a:extLst>
                <a:ext uri="{FF2B5EF4-FFF2-40B4-BE49-F238E27FC236}">
                  <a16:creationId xmlns:a16="http://schemas.microsoft.com/office/drawing/2014/main" id="{1E9DCE66-CDB4-8CF3-5D26-FFEE5238918E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Modèle 3D 47">
                <a:extLst>
                  <a:ext uri="{FF2B5EF4-FFF2-40B4-BE49-F238E27FC236}">
                    <a16:creationId xmlns:a16="http://schemas.microsoft.com/office/drawing/2014/main" id="{AEC9F597-C9B6-2257-6E75-9818AB43454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47722" y="2016092"/>
              <a:ext cx="4783107" cy="326063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83107" cy="326063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988450" ay="3943343" az="912359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8597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Modèle 3D 47">
                <a:extLst>
                  <a:ext uri="{FF2B5EF4-FFF2-40B4-BE49-F238E27FC236}">
                    <a16:creationId xmlns:a16="http://schemas.microsoft.com/office/drawing/2014/main" id="{AEC9F597-C9B6-2257-6E75-9818AB43454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347722" y="2016092"/>
                <a:ext cx="4783107" cy="3260633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Freeform 6">
            <a:extLst>
              <a:ext uri="{FF2B5EF4-FFF2-40B4-BE49-F238E27FC236}">
                <a16:creationId xmlns:a16="http://schemas.microsoft.com/office/drawing/2014/main" id="{4A9DBE1D-CA88-F9D1-8979-4872F72E8987}"/>
              </a:ext>
            </a:extLst>
          </p:cNvPr>
          <p:cNvSpPr/>
          <p:nvPr/>
        </p:nvSpPr>
        <p:spPr>
          <a:xfrm>
            <a:off x="3308401" y="1816211"/>
            <a:ext cx="5914759" cy="4263316"/>
          </a:xfrm>
          <a:custGeom>
            <a:avLst/>
            <a:gdLst/>
            <a:ahLst/>
            <a:cxnLst/>
            <a:rect l="l" t="t" r="r" b="b"/>
            <a:pathLst>
              <a:path w="13771067" h="5869917">
                <a:moveTo>
                  <a:pt x="0" y="0"/>
                </a:moveTo>
                <a:lnTo>
                  <a:pt x="13771068" y="0"/>
                </a:lnTo>
                <a:lnTo>
                  <a:pt x="13771068" y="5869917"/>
                </a:lnTo>
                <a:lnTo>
                  <a:pt x="0" y="5869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ZoneTexte 23">
            <a:extLst>
              <a:ext uri="{FF2B5EF4-FFF2-40B4-BE49-F238E27FC236}">
                <a16:creationId xmlns:a16="http://schemas.microsoft.com/office/drawing/2014/main" id="{7E917C39-ABF3-689A-95AC-5F047ED55CF7}"/>
              </a:ext>
            </a:extLst>
          </p:cNvPr>
          <p:cNvSpPr txBox="1"/>
          <p:nvPr/>
        </p:nvSpPr>
        <p:spPr>
          <a:xfrm>
            <a:off x="2714365" y="992805"/>
            <a:ext cx="71880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219170" rtl="1">
              <a:buClr>
                <a:srgbClr val="000000"/>
              </a:buClr>
            </a:pPr>
            <a:r>
              <a:rPr lang="fr-FR" sz="40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Feature Engineering &amp; Interaction </a:t>
            </a:r>
            <a:r>
              <a:rPr lang="fr-FR" sz="4000" kern="0" dirty="0" err="1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Features</a:t>
            </a:r>
            <a:endParaRPr kumimoji="0" lang="fr-FR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Arial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7" name="3D Model 46">
                <a:extLst>
                  <a:ext uri="{FF2B5EF4-FFF2-40B4-BE49-F238E27FC236}">
                    <a16:creationId xmlns:a16="http://schemas.microsoft.com/office/drawing/2014/main" id="{ADD7601F-18AA-EAE0-0274-E3975C3BE11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rot="5400000">
              <a:off x="8819858" y="-5121298"/>
              <a:ext cx="4085418" cy="3399753"/>
            </p:xfrm>
            <a:graphic>
              <a:graphicData uri="http://schemas.microsoft.com/office/drawing/2017/model3d">
                <am3d:model3d r:embed="rId7">
                  <am3d:spPr>
                    <a:xfrm rot="5400000">
                      <a:off x="0" y="0"/>
                      <a:ext cx="4085418" cy="3399753"/>
                    </a:xfrm>
                    <a:prstGeom prst="rect">
                      <a:avLst/>
                    </a:prstGeom>
                  </am3d:spPr>
                  <am3d:camera>
                    <am3d:pos x="0" y="0" z="610577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2765" d="1000000"/>
                    <am3d:preTrans dx="355682" dy="0" dz="-210002"/>
                    <am3d:scale>
                      <am3d:sx n="1000000" d="1000000"/>
                      <am3d:sy n="1000000" d="1000000"/>
                      <am3d:sz n="1000000" d="1000000"/>
                    </am3d:scale>
                    <am3d:rot ax="5382811" ay="-150873" az="5789783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54186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7" name="3D Model 46">
                <a:extLst>
                  <a:ext uri="{FF2B5EF4-FFF2-40B4-BE49-F238E27FC236}">
                    <a16:creationId xmlns:a16="http://schemas.microsoft.com/office/drawing/2014/main" id="{ADD7601F-18AA-EAE0-0274-E3975C3BE1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5400000">
                <a:off x="8819858" y="-5121298"/>
                <a:ext cx="4085418" cy="3399753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Picture 1" descr="A graph of a distribution of temperature&#10;&#10;AI-generated content may be incorrect.">
            <a:extLst>
              <a:ext uri="{FF2B5EF4-FFF2-40B4-BE49-F238E27FC236}">
                <a16:creationId xmlns:a16="http://schemas.microsoft.com/office/drawing/2014/main" id="{08B1FD87-EA0D-CEA9-3CB2-8056484011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1359" y="2136822"/>
            <a:ext cx="4736037" cy="3744751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1">
                <a:lumMod val="20000"/>
                <a:lumOff val="80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758367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5211F0F6-A632-A00E-2941-24C5220F494F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1847" t="10080"/>
          <a:stretch/>
        </p:blipFill>
        <p:spPr>
          <a:xfrm>
            <a:off x="0" y="-195868"/>
            <a:ext cx="8011632" cy="505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E05C4C6D-2D8D-9E2B-5D19-F1AD0BBC6B54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5261" t="6068"/>
          <a:stretch/>
        </p:blipFill>
        <p:spPr>
          <a:xfrm rot="-10799997">
            <a:off x="5831428" y="2463904"/>
            <a:ext cx="6883403" cy="47243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291;p30">
            <a:extLst>
              <a:ext uri="{FF2B5EF4-FFF2-40B4-BE49-F238E27FC236}">
                <a16:creationId xmlns:a16="http://schemas.microsoft.com/office/drawing/2014/main" id="{D2491D4E-A509-942E-0114-7BEEA8C1DB76}"/>
              </a:ext>
            </a:extLst>
          </p:cNvPr>
          <p:cNvGrpSpPr/>
          <p:nvPr/>
        </p:nvGrpSpPr>
        <p:grpSpPr>
          <a:xfrm rot="5400000">
            <a:off x="10359410" y="5209029"/>
            <a:ext cx="384801" cy="1462257"/>
            <a:chOff x="1006700" y="2603975"/>
            <a:chExt cx="55450" cy="210700"/>
          </a:xfrm>
        </p:grpSpPr>
        <p:sp>
          <p:nvSpPr>
            <p:cNvPr id="6" name="Google Shape;292;p30">
              <a:extLst>
                <a:ext uri="{FF2B5EF4-FFF2-40B4-BE49-F238E27FC236}">
                  <a16:creationId xmlns:a16="http://schemas.microsoft.com/office/drawing/2014/main" id="{AB681EB5-43D3-6F04-EFF4-45DC579D8359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7" name="Google Shape;293;p30">
              <a:extLst>
                <a:ext uri="{FF2B5EF4-FFF2-40B4-BE49-F238E27FC236}">
                  <a16:creationId xmlns:a16="http://schemas.microsoft.com/office/drawing/2014/main" id="{C09B93FB-0C86-E2FF-373A-C8F9541F8EA6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8" name="Google Shape;294;p30">
              <a:extLst>
                <a:ext uri="{FF2B5EF4-FFF2-40B4-BE49-F238E27FC236}">
                  <a16:creationId xmlns:a16="http://schemas.microsoft.com/office/drawing/2014/main" id="{60634A43-76E0-7630-72BA-C47C08FDD611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" name="Google Shape;295;p30">
              <a:extLst>
                <a:ext uri="{FF2B5EF4-FFF2-40B4-BE49-F238E27FC236}">
                  <a16:creationId xmlns:a16="http://schemas.microsoft.com/office/drawing/2014/main" id="{1B903353-D970-7B15-8BAD-BC79DA74D28C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0" name="Google Shape;296;p30">
              <a:extLst>
                <a:ext uri="{FF2B5EF4-FFF2-40B4-BE49-F238E27FC236}">
                  <a16:creationId xmlns:a16="http://schemas.microsoft.com/office/drawing/2014/main" id="{37A3C4FB-6CA6-8838-9914-749D3974CD7C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Google Shape;297;p30">
              <a:extLst>
                <a:ext uri="{FF2B5EF4-FFF2-40B4-BE49-F238E27FC236}">
                  <a16:creationId xmlns:a16="http://schemas.microsoft.com/office/drawing/2014/main" id="{36A7577C-A1D4-EEAD-7664-F3AF7C7F88AC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2" name="Google Shape;310;p30">
            <a:extLst>
              <a:ext uri="{FF2B5EF4-FFF2-40B4-BE49-F238E27FC236}">
                <a16:creationId xmlns:a16="http://schemas.microsoft.com/office/drawing/2014/main" id="{876A2C92-34FA-E68B-EDAF-356A12205B08}"/>
              </a:ext>
            </a:extLst>
          </p:cNvPr>
          <p:cNvGrpSpPr/>
          <p:nvPr/>
        </p:nvGrpSpPr>
        <p:grpSpPr>
          <a:xfrm rot="14812035">
            <a:off x="9955002" y="292951"/>
            <a:ext cx="1193573" cy="1110589"/>
            <a:chOff x="827350" y="3629733"/>
            <a:chExt cx="1431600" cy="1332067"/>
          </a:xfrm>
        </p:grpSpPr>
        <p:sp>
          <p:nvSpPr>
            <p:cNvPr id="13" name="Google Shape;311;p30">
              <a:extLst>
                <a:ext uri="{FF2B5EF4-FFF2-40B4-BE49-F238E27FC236}">
                  <a16:creationId xmlns:a16="http://schemas.microsoft.com/office/drawing/2014/main" id="{881B927B-F774-D8DA-B786-95CD2852AFF5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4" name="Google Shape;312;p30">
              <a:extLst>
                <a:ext uri="{FF2B5EF4-FFF2-40B4-BE49-F238E27FC236}">
                  <a16:creationId xmlns:a16="http://schemas.microsoft.com/office/drawing/2014/main" id="{D90DF374-FBBA-79AB-A13F-6F508A69F9D8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Google Shape;313;p30">
              <a:extLst>
                <a:ext uri="{FF2B5EF4-FFF2-40B4-BE49-F238E27FC236}">
                  <a16:creationId xmlns:a16="http://schemas.microsoft.com/office/drawing/2014/main" id="{8ADD0847-504F-EFCB-D90C-B3456586492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6" name="Google Shape;314;p30">
            <a:extLst>
              <a:ext uri="{FF2B5EF4-FFF2-40B4-BE49-F238E27FC236}">
                <a16:creationId xmlns:a16="http://schemas.microsoft.com/office/drawing/2014/main" id="{118E42FE-3C6B-82C1-69F4-4562366206F6}"/>
              </a:ext>
            </a:extLst>
          </p:cNvPr>
          <p:cNvGrpSpPr/>
          <p:nvPr/>
        </p:nvGrpSpPr>
        <p:grpSpPr>
          <a:xfrm>
            <a:off x="10841711" y="1420954"/>
            <a:ext cx="798643" cy="743116"/>
            <a:chOff x="827350" y="3629733"/>
            <a:chExt cx="1431600" cy="1332067"/>
          </a:xfrm>
        </p:grpSpPr>
        <p:sp>
          <p:nvSpPr>
            <p:cNvPr id="17" name="Google Shape;315;p30">
              <a:extLst>
                <a:ext uri="{FF2B5EF4-FFF2-40B4-BE49-F238E27FC236}">
                  <a16:creationId xmlns:a16="http://schemas.microsoft.com/office/drawing/2014/main" id="{E2EB4F9C-73F0-288F-713A-F60C533534ED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8" name="Google Shape;316;p30">
              <a:extLst>
                <a:ext uri="{FF2B5EF4-FFF2-40B4-BE49-F238E27FC236}">
                  <a16:creationId xmlns:a16="http://schemas.microsoft.com/office/drawing/2014/main" id="{97979220-0805-7775-89AE-D80C0D85FF5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Google Shape;317;p30">
              <a:extLst>
                <a:ext uri="{FF2B5EF4-FFF2-40B4-BE49-F238E27FC236}">
                  <a16:creationId xmlns:a16="http://schemas.microsoft.com/office/drawing/2014/main" id="{A1C1A7A5-E161-2B04-DEF6-C59F5A5AE56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0" name="Google Shape;318;p30">
            <a:extLst>
              <a:ext uri="{FF2B5EF4-FFF2-40B4-BE49-F238E27FC236}">
                <a16:creationId xmlns:a16="http://schemas.microsoft.com/office/drawing/2014/main" id="{8FD18C2D-8903-565E-6E32-3AE50D6B597F}"/>
              </a:ext>
            </a:extLst>
          </p:cNvPr>
          <p:cNvGrpSpPr/>
          <p:nvPr/>
        </p:nvGrpSpPr>
        <p:grpSpPr>
          <a:xfrm rot="5400000">
            <a:off x="9201641" y="827560"/>
            <a:ext cx="619024" cy="575985"/>
            <a:chOff x="827350" y="3629733"/>
            <a:chExt cx="1431600" cy="1332067"/>
          </a:xfrm>
        </p:grpSpPr>
        <p:sp>
          <p:nvSpPr>
            <p:cNvPr id="21" name="Google Shape;319;p30">
              <a:extLst>
                <a:ext uri="{FF2B5EF4-FFF2-40B4-BE49-F238E27FC236}">
                  <a16:creationId xmlns:a16="http://schemas.microsoft.com/office/drawing/2014/main" id="{3D1A5D31-FF03-39A9-AEEC-ADC7F98ED218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2" name="Google Shape;320;p30">
              <a:extLst>
                <a:ext uri="{FF2B5EF4-FFF2-40B4-BE49-F238E27FC236}">
                  <a16:creationId xmlns:a16="http://schemas.microsoft.com/office/drawing/2014/main" id="{B39BCDDD-1DE4-F487-2ED6-5371F47525AA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3" name="Google Shape;321;p30">
              <a:extLst>
                <a:ext uri="{FF2B5EF4-FFF2-40B4-BE49-F238E27FC236}">
                  <a16:creationId xmlns:a16="http://schemas.microsoft.com/office/drawing/2014/main" id="{251A564F-C417-5E3E-AB68-AA8473483825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3" name="Google Shape;298;p30">
            <a:extLst>
              <a:ext uri="{FF2B5EF4-FFF2-40B4-BE49-F238E27FC236}">
                <a16:creationId xmlns:a16="http://schemas.microsoft.com/office/drawing/2014/main" id="{43E03CE2-60C0-8CE5-5841-515F630D578A}"/>
              </a:ext>
            </a:extLst>
          </p:cNvPr>
          <p:cNvGrpSpPr/>
          <p:nvPr/>
        </p:nvGrpSpPr>
        <p:grpSpPr>
          <a:xfrm>
            <a:off x="734833" y="4839603"/>
            <a:ext cx="1571516" cy="1462255"/>
            <a:chOff x="827350" y="3629733"/>
            <a:chExt cx="1431600" cy="1332067"/>
          </a:xfrm>
        </p:grpSpPr>
        <p:sp>
          <p:nvSpPr>
            <p:cNvPr id="34" name="Google Shape;299;p30">
              <a:extLst>
                <a:ext uri="{FF2B5EF4-FFF2-40B4-BE49-F238E27FC236}">
                  <a16:creationId xmlns:a16="http://schemas.microsoft.com/office/drawing/2014/main" id="{3C10D9F4-4006-65AB-7E0B-EB6769C8FF4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5" name="Google Shape;300;p30">
              <a:extLst>
                <a:ext uri="{FF2B5EF4-FFF2-40B4-BE49-F238E27FC236}">
                  <a16:creationId xmlns:a16="http://schemas.microsoft.com/office/drawing/2014/main" id="{E79AD7A7-99E1-EDF7-BE97-27A62D998413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Google Shape;301;p30">
              <a:extLst>
                <a:ext uri="{FF2B5EF4-FFF2-40B4-BE49-F238E27FC236}">
                  <a16:creationId xmlns:a16="http://schemas.microsoft.com/office/drawing/2014/main" id="{B3049AA9-7E7A-BFE9-9CD3-BF118EC390CE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7" name="Google Shape;302;p30">
            <a:extLst>
              <a:ext uri="{FF2B5EF4-FFF2-40B4-BE49-F238E27FC236}">
                <a16:creationId xmlns:a16="http://schemas.microsoft.com/office/drawing/2014/main" id="{EB2595E9-2949-510C-44AE-FACBD8705FE5}"/>
              </a:ext>
            </a:extLst>
          </p:cNvPr>
          <p:cNvGrpSpPr/>
          <p:nvPr/>
        </p:nvGrpSpPr>
        <p:grpSpPr>
          <a:xfrm>
            <a:off x="430136" y="3870413"/>
            <a:ext cx="1041632" cy="969212"/>
            <a:chOff x="827350" y="3629733"/>
            <a:chExt cx="1431600" cy="1332067"/>
          </a:xfrm>
        </p:grpSpPr>
        <p:sp>
          <p:nvSpPr>
            <p:cNvPr id="38" name="Google Shape;303;p30">
              <a:extLst>
                <a:ext uri="{FF2B5EF4-FFF2-40B4-BE49-F238E27FC236}">
                  <a16:creationId xmlns:a16="http://schemas.microsoft.com/office/drawing/2014/main" id="{6248E4AD-D3F1-F345-6038-401006347790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9" name="Google Shape;304;p30">
              <a:extLst>
                <a:ext uri="{FF2B5EF4-FFF2-40B4-BE49-F238E27FC236}">
                  <a16:creationId xmlns:a16="http://schemas.microsoft.com/office/drawing/2014/main" id="{24D3946A-1CBA-EF92-D093-FC1B97D3E78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Google Shape;305;p30">
              <a:extLst>
                <a:ext uri="{FF2B5EF4-FFF2-40B4-BE49-F238E27FC236}">
                  <a16:creationId xmlns:a16="http://schemas.microsoft.com/office/drawing/2014/main" id="{ADF561B3-0F46-61F8-B5EA-958E84DE559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41" name="Google Shape;306;p30">
            <a:extLst>
              <a:ext uri="{FF2B5EF4-FFF2-40B4-BE49-F238E27FC236}">
                <a16:creationId xmlns:a16="http://schemas.microsoft.com/office/drawing/2014/main" id="{FE9BF60C-259B-6C2D-39D9-ECA48C901CD1}"/>
              </a:ext>
            </a:extLst>
          </p:cNvPr>
          <p:cNvGrpSpPr/>
          <p:nvPr/>
        </p:nvGrpSpPr>
        <p:grpSpPr>
          <a:xfrm>
            <a:off x="2421586" y="5859798"/>
            <a:ext cx="475100" cy="442069"/>
            <a:chOff x="827350" y="3629733"/>
            <a:chExt cx="1431600" cy="1332067"/>
          </a:xfrm>
        </p:grpSpPr>
        <p:sp>
          <p:nvSpPr>
            <p:cNvPr id="42" name="Google Shape;307;p30">
              <a:extLst>
                <a:ext uri="{FF2B5EF4-FFF2-40B4-BE49-F238E27FC236}">
                  <a16:creationId xmlns:a16="http://schemas.microsoft.com/office/drawing/2014/main" id="{8E48B295-0851-B73C-81E8-7D961AFCCE1F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3" name="Google Shape;308;p30">
              <a:extLst>
                <a:ext uri="{FF2B5EF4-FFF2-40B4-BE49-F238E27FC236}">
                  <a16:creationId xmlns:a16="http://schemas.microsoft.com/office/drawing/2014/main" id="{6405290F-5986-6F51-753E-5D7DC71929AD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4" name="Google Shape;309;p30">
              <a:extLst>
                <a:ext uri="{FF2B5EF4-FFF2-40B4-BE49-F238E27FC236}">
                  <a16:creationId xmlns:a16="http://schemas.microsoft.com/office/drawing/2014/main" id="{77E6AF5F-9519-D000-7302-1C5E534BE3B3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47722" y="2016092"/>
              <a:ext cx="4783107" cy="326063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83107" cy="326063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988450" ay="3943343" az="912359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8597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8" name="Modèle 3D 47">
                <a:extLst>
                  <a:ext uri="{FF2B5EF4-FFF2-40B4-BE49-F238E27FC236}">
                    <a16:creationId xmlns:a16="http://schemas.microsoft.com/office/drawing/2014/main" id="{177F9FBB-52CD-A8D4-11C3-96BDA80D98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347722" y="2016092"/>
                <a:ext cx="4783107" cy="3260633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Freeform 6">
            <a:extLst>
              <a:ext uri="{FF2B5EF4-FFF2-40B4-BE49-F238E27FC236}">
                <a16:creationId xmlns:a16="http://schemas.microsoft.com/office/drawing/2014/main" id="{80D29F6C-DCB5-494E-B8A3-5CC60E027E20}"/>
              </a:ext>
            </a:extLst>
          </p:cNvPr>
          <p:cNvSpPr/>
          <p:nvPr/>
        </p:nvSpPr>
        <p:spPr>
          <a:xfrm>
            <a:off x="1327881" y="1816211"/>
            <a:ext cx="10563938" cy="3896584"/>
          </a:xfrm>
          <a:custGeom>
            <a:avLst/>
            <a:gdLst/>
            <a:ahLst/>
            <a:cxnLst/>
            <a:rect l="l" t="t" r="r" b="b"/>
            <a:pathLst>
              <a:path w="13771067" h="5869917">
                <a:moveTo>
                  <a:pt x="0" y="0"/>
                </a:moveTo>
                <a:lnTo>
                  <a:pt x="13771068" y="0"/>
                </a:lnTo>
                <a:lnTo>
                  <a:pt x="13771068" y="5869917"/>
                </a:lnTo>
                <a:lnTo>
                  <a:pt x="0" y="5869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ZoneTexte 23">
            <a:extLst>
              <a:ext uri="{FF2B5EF4-FFF2-40B4-BE49-F238E27FC236}">
                <a16:creationId xmlns:a16="http://schemas.microsoft.com/office/drawing/2014/main" id="{47A674F9-CE30-4AA0-B566-5FD1C380A8E6}"/>
              </a:ext>
            </a:extLst>
          </p:cNvPr>
          <p:cNvSpPr txBox="1"/>
          <p:nvPr/>
        </p:nvSpPr>
        <p:spPr>
          <a:xfrm>
            <a:off x="2714365" y="992805"/>
            <a:ext cx="71880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1219170" rtl="1">
              <a:buClr>
                <a:srgbClr val="000000"/>
              </a:buClr>
            </a:pPr>
            <a:r>
              <a:rPr lang="fr-FR" sz="4000" kern="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Target Variable – IAQ</a:t>
            </a:r>
            <a:endParaRPr kumimoji="0" lang="fr-FR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  <a:sym typeface="Arial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7" name="3D Model 46">
                <a:extLst>
                  <a:ext uri="{FF2B5EF4-FFF2-40B4-BE49-F238E27FC236}">
                    <a16:creationId xmlns:a16="http://schemas.microsoft.com/office/drawing/2014/main" id="{D2DFF09B-E310-44E3-93CA-D6ED5F9DCD5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rot="5400000">
              <a:off x="8819858" y="-5121298"/>
              <a:ext cx="4085418" cy="3399753"/>
            </p:xfrm>
            <a:graphic>
              <a:graphicData uri="http://schemas.microsoft.com/office/drawing/2017/model3d">
                <am3d:model3d r:embed="rId7">
                  <am3d:spPr>
                    <a:xfrm rot="5400000">
                      <a:off x="0" y="0"/>
                      <a:ext cx="4085418" cy="3399753"/>
                    </a:xfrm>
                    <a:prstGeom prst="rect">
                      <a:avLst/>
                    </a:prstGeom>
                  </am3d:spPr>
                  <am3d:camera>
                    <am3d:pos x="0" y="0" z="610577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2765" d="1000000"/>
                    <am3d:preTrans dx="355682" dy="0" dz="-210002"/>
                    <am3d:scale>
                      <am3d:sx n="1000000" d="1000000"/>
                      <am3d:sy n="1000000" d="1000000"/>
                      <am3d:sz n="1000000" d="1000000"/>
                    </am3d:scale>
                    <am3d:rot ax="5382811" ay="-150873" az="5789783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54186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7" name="3D Model 46">
                <a:extLst>
                  <a:ext uri="{FF2B5EF4-FFF2-40B4-BE49-F238E27FC236}">
                    <a16:creationId xmlns:a16="http://schemas.microsoft.com/office/drawing/2014/main" id="{D2DFF09B-E310-44E3-93CA-D6ED5F9DCD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5400000">
                <a:off x="8819858" y="-5121298"/>
                <a:ext cx="4085418" cy="3399753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ZoneTexte 23">
            <a:extLst>
              <a:ext uri="{FF2B5EF4-FFF2-40B4-BE49-F238E27FC236}">
                <a16:creationId xmlns:a16="http://schemas.microsoft.com/office/drawing/2014/main" id="{AEFEA386-74C5-443A-8883-5332EDED3907}"/>
              </a:ext>
            </a:extLst>
          </p:cNvPr>
          <p:cNvSpPr txBox="1"/>
          <p:nvPr/>
        </p:nvSpPr>
        <p:spPr>
          <a:xfrm>
            <a:off x="2217613" y="2194612"/>
            <a:ext cx="5642834" cy="3051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IAQ (Indoor Air Quality) Index used as ground truth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Computed using Bosch BSEC algorithm (BME680/BME688 sensors)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Normalized score: 0–500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IAQ values mapped into 3 categories: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Good: 0–100 Moderate: 101–200   Poor: &gt;200</a:t>
            </a:r>
            <a:endParaRPr lang="en-US" sz="3600" kern="100" dirty="0">
              <a:solidFill>
                <a:schemeClr val="bg1"/>
              </a:solidFill>
              <a:latin typeface="Sakkal Majalla" panose="02000000000000000000" pitchFamily="2" charset="-78"/>
              <a:ea typeface="Aptos"/>
              <a:cs typeface="Sakkal Majalla" panose="02000000000000000000" pitchFamily="2" charset="-78"/>
            </a:endParaRPr>
          </a:p>
        </p:txBody>
      </p:sp>
      <p:pic>
        <p:nvPicPr>
          <p:cNvPr id="50" name="Picture 49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526AAEA6-6E24-4BFD-BDC6-FB5FB31B6747}"/>
              </a:ext>
            </a:extLst>
          </p:cNvPr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246" y="2393690"/>
            <a:ext cx="3062533" cy="30099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72414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4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951CC47A-8383-B587-C3FE-E05CBBBBC054}"/>
              </a:ext>
            </a:extLst>
          </p:cNvPr>
          <p:cNvPicPr preferRelativeResize="0"/>
          <p:nvPr/>
        </p:nvPicPr>
        <p:blipFill rotWithShape="1">
          <a:blip r:embed="rId3">
            <a:alphaModFix amt="75000"/>
          </a:blip>
          <a:srcRect l="11847" t="10080"/>
          <a:stretch/>
        </p:blipFill>
        <p:spPr>
          <a:xfrm>
            <a:off x="0" y="-195868"/>
            <a:ext cx="8011632" cy="5059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98C910E9-5E28-B09A-B84E-53DCBA389EC7}"/>
              </a:ext>
            </a:extLst>
          </p:cNvPr>
          <p:cNvPicPr preferRelativeResize="0"/>
          <p:nvPr/>
        </p:nvPicPr>
        <p:blipFill rotWithShape="1">
          <a:blip r:embed="rId3">
            <a:alphaModFix amt="75000"/>
          </a:blip>
          <a:srcRect l="15261" t="6068"/>
          <a:stretch/>
        </p:blipFill>
        <p:spPr>
          <a:xfrm rot="-10799997">
            <a:off x="5538057" y="2467224"/>
            <a:ext cx="6883403" cy="472439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èle 3D 4">
                <a:extLst>
                  <a:ext uri="{FF2B5EF4-FFF2-40B4-BE49-F238E27FC236}">
                    <a16:creationId xmlns:a16="http://schemas.microsoft.com/office/drawing/2014/main" id="{73840230-D9DA-3D15-50E5-A7CB066B886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85752827"/>
                  </p:ext>
                </p:extLst>
              </p:nvPr>
            </p:nvGraphicFramePr>
            <p:xfrm>
              <a:off x="-2184529" y="2934972"/>
              <a:ext cx="7542295" cy="3342923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7542295" cy="334292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886140" ay="1449628" az="9942538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889348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èle 3D 4">
                <a:extLst>
                  <a:ext uri="{FF2B5EF4-FFF2-40B4-BE49-F238E27FC236}">
                    <a16:creationId xmlns:a16="http://schemas.microsoft.com/office/drawing/2014/main" id="{73840230-D9DA-3D15-50E5-A7CB066B886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184529" y="2934972"/>
                <a:ext cx="7542295" cy="3342923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e 8">
            <a:extLst>
              <a:ext uri="{FF2B5EF4-FFF2-40B4-BE49-F238E27FC236}">
                <a16:creationId xmlns:a16="http://schemas.microsoft.com/office/drawing/2014/main" id="{4E48278B-EA15-361C-2306-4F0123C54659}"/>
              </a:ext>
            </a:extLst>
          </p:cNvPr>
          <p:cNvGrpSpPr/>
          <p:nvPr/>
        </p:nvGrpSpPr>
        <p:grpSpPr>
          <a:xfrm>
            <a:off x="13299276" y="1318505"/>
            <a:ext cx="5081319" cy="1183392"/>
            <a:chOff x="1397098" y="2754630"/>
            <a:chExt cx="3619844" cy="659402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40670987-011A-1DE7-D57D-B911AC931723}"/>
                </a:ext>
              </a:extLst>
            </p:cNvPr>
            <p:cNvSpPr/>
            <p:nvPr/>
          </p:nvSpPr>
          <p:spPr>
            <a:xfrm>
              <a:off x="1397098" y="2754630"/>
              <a:ext cx="3619844" cy="64008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fr-FR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FEBF6601-E185-C0A6-98FD-9474B8AEEAAA}"/>
                </a:ext>
              </a:extLst>
            </p:cNvPr>
            <p:cNvSpPr/>
            <p:nvPr/>
          </p:nvSpPr>
          <p:spPr>
            <a:xfrm>
              <a:off x="4284000" y="3198032"/>
              <a:ext cx="216000" cy="216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fr-FR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44A4E99-97AF-72EE-17AE-FBE684EF2E30}"/>
              </a:ext>
            </a:extLst>
          </p:cNvPr>
          <p:cNvGrpSpPr/>
          <p:nvPr/>
        </p:nvGrpSpPr>
        <p:grpSpPr>
          <a:xfrm>
            <a:off x="13863100" y="2196735"/>
            <a:ext cx="3953668" cy="766908"/>
            <a:chOff x="1397098" y="2754630"/>
            <a:chExt cx="3619844" cy="659402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E685D55F-8260-134B-9F16-D8B26E2133CC}"/>
                </a:ext>
              </a:extLst>
            </p:cNvPr>
            <p:cNvSpPr/>
            <p:nvPr/>
          </p:nvSpPr>
          <p:spPr>
            <a:xfrm>
              <a:off x="1397098" y="2754630"/>
              <a:ext cx="3619844" cy="64008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fr-FR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5C8779FA-B10F-128E-BAE2-C7B07E0CF914}"/>
                </a:ext>
              </a:extLst>
            </p:cNvPr>
            <p:cNvSpPr/>
            <p:nvPr/>
          </p:nvSpPr>
          <p:spPr>
            <a:xfrm>
              <a:off x="4284000" y="3198032"/>
              <a:ext cx="216000" cy="216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fr-FR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BB289EB1-0952-2BDC-B39D-0F668DBFA8B6}"/>
              </a:ext>
            </a:extLst>
          </p:cNvPr>
          <p:cNvGrpSpPr/>
          <p:nvPr/>
        </p:nvGrpSpPr>
        <p:grpSpPr>
          <a:xfrm>
            <a:off x="14477453" y="2861831"/>
            <a:ext cx="2724960" cy="650411"/>
            <a:chOff x="1397098" y="2754630"/>
            <a:chExt cx="3619844" cy="659402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7BFB8B48-0BEC-A93D-29AA-4F0D603D3B8B}"/>
                </a:ext>
              </a:extLst>
            </p:cNvPr>
            <p:cNvSpPr/>
            <p:nvPr/>
          </p:nvSpPr>
          <p:spPr>
            <a:xfrm>
              <a:off x="1397098" y="2754630"/>
              <a:ext cx="3619844" cy="64008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fr-FR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DDCB79C0-7BC0-700A-2D66-D1F560FD05B0}"/>
                </a:ext>
              </a:extLst>
            </p:cNvPr>
            <p:cNvSpPr/>
            <p:nvPr/>
          </p:nvSpPr>
          <p:spPr>
            <a:xfrm>
              <a:off x="4284000" y="3198032"/>
              <a:ext cx="216000" cy="216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fr-FR" sz="186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23" name="Google Shape;310;p30">
            <a:extLst>
              <a:ext uri="{FF2B5EF4-FFF2-40B4-BE49-F238E27FC236}">
                <a16:creationId xmlns:a16="http://schemas.microsoft.com/office/drawing/2014/main" id="{1621C10B-05B3-B2D5-B94A-5291BCB56692}"/>
              </a:ext>
            </a:extLst>
          </p:cNvPr>
          <p:cNvGrpSpPr/>
          <p:nvPr/>
        </p:nvGrpSpPr>
        <p:grpSpPr>
          <a:xfrm>
            <a:off x="9996715" y="320590"/>
            <a:ext cx="1193573" cy="1110588"/>
            <a:chOff x="827351" y="3629733"/>
            <a:chExt cx="1431601" cy="1332065"/>
          </a:xfrm>
        </p:grpSpPr>
        <p:sp>
          <p:nvSpPr>
            <p:cNvPr id="24" name="Google Shape;311;p30">
              <a:extLst>
                <a:ext uri="{FF2B5EF4-FFF2-40B4-BE49-F238E27FC236}">
                  <a16:creationId xmlns:a16="http://schemas.microsoft.com/office/drawing/2014/main" id="{F703FCAC-A24D-6176-4486-C896715471F5}"/>
                </a:ext>
              </a:extLst>
            </p:cNvPr>
            <p:cNvSpPr/>
            <p:nvPr/>
          </p:nvSpPr>
          <p:spPr>
            <a:xfrm>
              <a:off x="827351" y="3629733"/>
              <a:ext cx="778158" cy="1291382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" name="Google Shape;312;p30">
              <a:extLst>
                <a:ext uri="{FF2B5EF4-FFF2-40B4-BE49-F238E27FC236}">
                  <a16:creationId xmlns:a16="http://schemas.microsoft.com/office/drawing/2014/main" id="{B09D8D64-F53F-1B02-D056-1D0F2A9B5097}"/>
                </a:ext>
              </a:extLst>
            </p:cNvPr>
            <p:cNvSpPr/>
            <p:nvPr/>
          </p:nvSpPr>
          <p:spPr>
            <a:xfrm>
              <a:off x="1180441" y="4291832"/>
              <a:ext cx="1078511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" name="Google Shape;313;p30">
              <a:extLst>
                <a:ext uri="{FF2B5EF4-FFF2-40B4-BE49-F238E27FC236}">
                  <a16:creationId xmlns:a16="http://schemas.microsoft.com/office/drawing/2014/main" id="{D58B69CB-EC16-573E-FCE3-84074CE3102E}"/>
                </a:ext>
              </a:extLst>
            </p:cNvPr>
            <p:cNvSpPr/>
            <p:nvPr/>
          </p:nvSpPr>
          <p:spPr>
            <a:xfrm>
              <a:off x="1251453" y="3629733"/>
              <a:ext cx="1007497" cy="702841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7" name="Google Shape;314;p30">
            <a:extLst>
              <a:ext uri="{FF2B5EF4-FFF2-40B4-BE49-F238E27FC236}">
                <a16:creationId xmlns:a16="http://schemas.microsoft.com/office/drawing/2014/main" id="{069E18DC-39AA-8411-8BF3-8125E593F59E}"/>
              </a:ext>
            </a:extLst>
          </p:cNvPr>
          <p:cNvGrpSpPr/>
          <p:nvPr/>
        </p:nvGrpSpPr>
        <p:grpSpPr>
          <a:xfrm>
            <a:off x="10645491" y="2016091"/>
            <a:ext cx="798643" cy="743116"/>
            <a:chOff x="827350" y="3629733"/>
            <a:chExt cx="1431600" cy="1332067"/>
          </a:xfrm>
        </p:grpSpPr>
        <p:sp>
          <p:nvSpPr>
            <p:cNvPr id="28" name="Google Shape;315;p30">
              <a:extLst>
                <a:ext uri="{FF2B5EF4-FFF2-40B4-BE49-F238E27FC236}">
                  <a16:creationId xmlns:a16="http://schemas.microsoft.com/office/drawing/2014/main" id="{7A7E371C-5D2C-365C-FB76-3C8D2672908E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" name="Google Shape;316;p30">
              <a:extLst>
                <a:ext uri="{FF2B5EF4-FFF2-40B4-BE49-F238E27FC236}">
                  <a16:creationId xmlns:a16="http://schemas.microsoft.com/office/drawing/2014/main" id="{05EF422A-3D04-04C9-9DB4-3936984A8BFA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0" name="Google Shape;317;p30">
              <a:extLst>
                <a:ext uri="{FF2B5EF4-FFF2-40B4-BE49-F238E27FC236}">
                  <a16:creationId xmlns:a16="http://schemas.microsoft.com/office/drawing/2014/main" id="{4A86B9BA-98E2-FC7D-10A8-2BA46FBAED90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1" name="Google Shape;318;p30">
            <a:extLst>
              <a:ext uri="{FF2B5EF4-FFF2-40B4-BE49-F238E27FC236}">
                <a16:creationId xmlns:a16="http://schemas.microsoft.com/office/drawing/2014/main" id="{34000890-EF51-D185-D40E-9202F91DCBA6}"/>
              </a:ext>
            </a:extLst>
          </p:cNvPr>
          <p:cNvGrpSpPr/>
          <p:nvPr/>
        </p:nvGrpSpPr>
        <p:grpSpPr>
          <a:xfrm>
            <a:off x="8887247" y="1109266"/>
            <a:ext cx="619024" cy="575985"/>
            <a:chOff x="827350" y="3629733"/>
            <a:chExt cx="1431600" cy="1332067"/>
          </a:xfrm>
        </p:grpSpPr>
        <p:sp>
          <p:nvSpPr>
            <p:cNvPr id="32" name="Google Shape;319;p30">
              <a:extLst>
                <a:ext uri="{FF2B5EF4-FFF2-40B4-BE49-F238E27FC236}">
                  <a16:creationId xmlns:a16="http://schemas.microsoft.com/office/drawing/2014/main" id="{12A8159C-2275-CF2B-BC48-17EC1A4951C1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" name="Google Shape;320;p30">
              <a:extLst>
                <a:ext uri="{FF2B5EF4-FFF2-40B4-BE49-F238E27FC236}">
                  <a16:creationId xmlns:a16="http://schemas.microsoft.com/office/drawing/2014/main" id="{2C84E393-671B-55E6-CB2F-17CF359D955E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4" name="Google Shape;321;p30">
              <a:extLst>
                <a:ext uri="{FF2B5EF4-FFF2-40B4-BE49-F238E27FC236}">
                  <a16:creationId xmlns:a16="http://schemas.microsoft.com/office/drawing/2014/main" id="{30DDB3BC-CACC-ED21-5115-AA5CF0DA5BA7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17D29905-A1F5-804A-351D-6F1C3608C5AB}"/>
              </a:ext>
            </a:extLst>
          </p:cNvPr>
          <p:cNvGrpSpPr/>
          <p:nvPr/>
        </p:nvGrpSpPr>
        <p:grpSpPr>
          <a:xfrm>
            <a:off x="5350246" y="2257642"/>
            <a:ext cx="5390446" cy="3310022"/>
            <a:chOff x="3905608" y="1893791"/>
            <a:chExt cx="4042834" cy="2317928"/>
          </a:xfrm>
        </p:grpSpPr>
        <p:sp>
          <p:nvSpPr>
            <p:cNvPr id="35" name="Google Shape;281;p30">
              <a:extLst>
                <a:ext uri="{FF2B5EF4-FFF2-40B4-BE49-F238E27FC236}">
                  <a16:creationId xmlns:a16="http://schemas.microsoft.com/office/drawing/2014/main" id="{A2FEB3D3-37B8-EFF7-9C21-C76EF05B2188}"/>
                </a:ext>
              </a:extLst>
            </p:cNvPr>
            <p:cNvSpPr/>
            <p:nvPr/>
          </p:nvSpPr>
          <p:spPr>
            <a:xfrm>
              <a:off x="3905608" y="1893791"/>
              <a:ext cx="3997798" cy="2317928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chemeClr val="tx2"/>
            </a:solidFill>
            <a:ln w="9525" cap="flat" cmpd="sng">
              <a:solidFill>
                <a:schemeClr val="bg1"/>
              </a:solidFill>
              <a:prstDash val="lgDashDot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Google Shape;282;p30">
              <a:extLst>
                <a:ext uri="{FF2B5EF4-FFF2-40B4-BE49-F238E27FC236}">
                  <a16:creationId xmlns:a16="http://schemas.microsoft.com/office/drawing/2014/main" id="{C1591422-2E4E-1AF5-E87C-52CD4E8EEE37}"/>
                </a:ext>
              </a:extLst>
            </p:cNvPr>
            <p:cNvSpPr txBox="1">
              <a:spLocks/>
            </p:cNvSpPr>
            <p:nvPr/>
          </p:nvSpPr>
          <p:spPr>
            <a:xfrm>
              <a:off x="3950645" y="1932805"/>
              <a:ext cx="3997797" cy="5537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udiowide"/>
                <a:buNone/>
                <a:defRPr sz="2800" b="0" i="0" u="none" strike="noStrike" cap="none">
                  <a:solidFill>
                    <a:schemeClr val="lt1"/>
                  </a:solidFill>
                  <a:latin typeface="Audiowide"/>
                  <a:ea typeface="Audiowide"/>
                  <a:cs typeface="Audiowide"/>
                  <a:sym typeface="Audiowide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2800"/>
                <a:buFont typeface="Arial"/>
                <a:buNone/>
                <a:defRPr sz="2800" b="0" i="0" u="none" strike="noStrike" cap="none">
                  <a:solidFill>
                    <a:schemeClr val="lt2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udiowide"/>
                <a:buNone/>
                <a:tabLst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Sakkal Majalla" panose="02000000000000000000" pitchFamily="2" charset="-78"/>
                  <a:cs typeface="Sakkal Majalla" panose="02000000000000000000" pitchFamily="2" charset="-78"/>
                  <a:sym typeface="Audiowide"/>
                </a:rPr>
                <a:t>W</a:t>
              </a:r>
              <a:r>
                <a:rPr kumimoji="0" lang="fr-FR" sz="4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Sakkal Majalla" panose="02000000000000000000" pitchFamily="2" charset="-78"/>
                  <a:cs typeface="Sakkal Majalla" panose="02000000000000000000" pitchFamily="2" charset="-78"/>
                  <a:sym typeface="Audiowide"/>
                </a:rPr>
                <a:t>hats</a:t>
              </a:r>
              <a:r>
                <a:rPr kumimoji="0" lang="fr-FR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Sakkal Majalla" panose="02000000000000000000" pitchFamily="2" charset="-78"/>
                  <a:cs typeface="Sakkal Majalla" panose="02000000000000000000" pitchFamily="2" charset="-78"/>
                  <a:sym typeface="Audiowide"/>
                </a:rPr>
                <a:t> Next? </a:t>
              </a:r>
            </a:p>
          </p:txBody>
        </p:sp>
      </p:grpSp>
      <p:sp>
        <p:nvSpPr>
          <p:cNvPr id="39" name="Ellipse 38">
            <a:extLst>
              <a:ext uri="{FF2B5EF4-FFF2-40B4-BE49-F238E27FC236}">
                <a16:creationId xmlns:a16="http://schemas.microsoft.com/office/drawing/2014/main" id="{00F2387C-7C72-55E1-F4D6-235834190ACC}"/>
              </a:ext>
            </a:extLst>
          </p:cNvPr>
          <p:cNvSpPr/>
          <p:nvPr/>
        </p:nvSpPr>
        <p:spPr>
          <a:xfrm>
            <a:off x="-2784001" y="-5367759"/>
            <a:ext cx="17760000" cy="17760000"/>
          </a:xfrm>
          <a:prstGeom prst="ellipse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8E7B8D8A-4980-DF04-099C-C4EB7597FA35}"/>
              </a:ext>
            </a:extLst>
          </p:cNvPr>
          <p:cNvSpPr/>
          <p:nvPr/>
        </p:nvSpPr>
        <p:spPr>
          <a:xfrm>
            <a:off x="-3504001" y="-6194287"/>
            <a:ext cx="19200000" cy="19200000"/>
          </a:xfrm>
          <a:prstGeom prst="ellipse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D74F50A8-38E7-085B-59A2-BDCECB944048}"/>
              </a:ext>
            </a:extLst>
          </p:cNvPr>
          <p:cNvSpPr/>
          <p:nvPr/>
        </p:nvSpPr>
        <p:spPr>
          <a:xfrm rot="7255569">
            <a:off x="-864003" y="-3660813"/>
            <a:ext cx="13920000" cy="13920000"/>
          </a:xfrm>
          <a:prstGeom prst="ellipse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F4C87ABD-EB96-089F-6AF2-D90587C6419A}"/>
              </a:ext>
            </a:extLst>
          </p:cNvPr>
          <p:cNvSpPr/>
          <p:nvPr/>
        </p:nvSpPr>
        <p:spPr>
          <a:xfrm rot="21045300">
            <a:off x="-2304001" y="-4420464"/>
            <a:ext cx="16800000" cy="16800000"/>
          </a:xfrm>
          <a:prstGeom prst="ellipse">
            <a:avLst/>
          </a:prstGeom>
          <a:noFill/>
          <a:ln w="76200">
            <a:solidFill>
              <a:schemeClr val="accent1">
                <a:lumMod val="40000"/>
                <a:lumOff val="60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pSp>
        <p:nvGrpSpPr>
          <p:cNvPr id="43" name="Google Shape;298;p30">
            <a:extLst>
              <a:ext uri="{FF2B5EF4-FFF2-40B4-BE49-F238E27FC236}">
                <a16:creationId xmlns:a16="http://schemas.microsoft.com/office/drawing/2014/main" id="{F3D82370-CE7D-827D-8F02-9AA186F14D13}"/>
              </a:ext>
            </a:extLst>
          </p:cNvPr>
          <p:cNvGrpSpPr/>
          <p:nvPr/>
        </p:nvGrpSpPr>
        <p:grpSpPr>
          <a:xfrm rot="14653837">
            <a:off x="-1487139" y="6239547"/>
            <a:ext cx="1571516" cy="1462255"/>
            <a:chOff x="827350" y="3629733"/>
            <a:chExt cx="1431600" cy="1332067"/>
          </a:xfrm>
        </p:grpSpPr>
        <p:sp>
          <p:nvSpPr>
            <p:cNvPr id="44" name="Google Shape;299;p30">
              <a:extLst>
                <a:ext uri="{FF2B5EF4-FFF2-40B4-BE49-F238E27FC236}">
                  <a16:creationId xmlns:a16="http://schemas.microsoft.com/office/drawing/2014/main" id="{BEB11267-4FBA-B564-6C4D-3E6A688F9EBB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5" name="Google Shape;300;p30">
              <a:extLst>
                <a:ext uri="{FF2B5EF4-FFF2-40B4-BE49-F238E27FC236}">
                  <a16:creationId xmlns:a16="http://schemas.microsoft.com/office/drawing/2014/main" id="{336F1354-EEDE-E5D0-26F2-0B4A0AC8720C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6" name="Google Shape;301;p30">
              <a:extLst>
                <a:ext uri="{FF2B5EF4-FFF2-40B4-BE49-F238E27FC236}">
                  <a16:creationId xmlns:a16="http://schemas.microsoft.com/office/drawing/2014/main" id="{ED8D4AC2-0479-03C3-9C78-9FA56DDAF17F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48" name="Ellipse 47">
            <a:extLst>
              <a:ext uri="{FF2B5EF4-FFF2-40B4-BE49-F238E27FC236}">
                <a16:creationId xmlns:a16="http://schemas.microsoft.com/office/drawing/2014/main" id="{8DA87C8F-DE2C-AF0C-0CE3-067FD7CDABA8}"/>
              </a:ext>
            </a:extLst>
          </p:cNvPr>
          <p:cNvSpPr/>
          <p:nvPr/>
        </p:nvSpPr>
        <p:spPr>
          <a:xfrm rot="14874605">
            <a:off x="-5225598" y="-7291323"/>
            <a:ext cx="22643191" cy="21607128"/>
          </a:xfrm>
          <a:prstGeom prst="ellipse">
            <a:avLst/>
          </a:prstGeom>
          <a:noFill/>
          <a:ln w="444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3D5A00F4-587F-DD88-15DE-69AA03FEC8BC}"/>
              </a:ext>
            </a:extLst>
          </p:cNvPr>
          <p:cNvSpPr/>
          <p:nvPr/>
        </p:nvSpPr>
        <p:spPr>
          <a:xfrm rot="7230913">
            <a:off x="-1465314" y="-4026738"/>
            <a:ext cx="15284155" cy="14864897"/>
          </a:xfrm>
          <a:prstGeom prst="ellipse">
            <a:avLst/>
          </a:prstGeom>
          <a:noFill/>
          <a:ln w="444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pSp>
        <p:nvGrpSpPr>
          <p:cNvPr id="50" name="Google Shape;291;p30">
            <a:extLst>
              <a:ext uri="{FF2B5EF4-FFF2-40B4-BE49-F238E27FC236}">
                <a16:creationId xmlns:a16="http://schemas.microsoft.com/office/drawing/2014/main" id="{098DBF79-8A0E-EBF3-30B5-063347F41F4D}"/>
              </a:ext>
            </a:extLst>
          </p:cNvPr>
          <p:cNvGrpSpPr/>
          <p:nvPr/>
        </p:nvGrpSpPr>
        <p:grpSpPr>
          <a:xfrm>
            <a:off x="13863100" y="7996148"/>
            <a:ext cx="384801" cy="1462257"/>
            <a:chOff x="1006700" y="2603975"/>
            <a:chExt cx="55450" cy="210700"/>
          </a:xfrm>
        </p:grpSpPr>
        <p:sp>
          <p:nvSpPr>
            <p:cNvPr id="51" name="Google Shape;292;p30">
              <a:extLst>
                <a:ext uri="{FF2B5EF4-FFF2-40B4-BE49-F238E27FC236}">
                  <a16:creationId xmlns:a16="http://schemas.microsoft.com/office/drawing/2014/main" id="{975875AD-6843-E412-A522-D5E11694DCFE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2" name="Google Shape;293;p30">
              <a:extLst>
                <a:ext uri="{FF2B5EF4-FFF2-40B4-BE49-F238E27FC236}">
                  <a16:creationId xmlns:a16="http://schemas.microsoft.com/office/drawing/2014/main" id="{9EABD952-55F8-A57A-E212-7CA07C8C544B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3" name="Google Shape;294;p30">
              <a:extLst>
                <a:ext uri="{FF2B5EF4-FFF2-40B4-BE49-F238E27FC236}">
                  <a16:creationId xmlns:a16="http://schemas.microsoft.com/office/drawing/2014/main" id="{6960C413-5BE6-F08C-49A3-5BA285314ED4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4" name="Google Shape;295;p30">
              <a:extLst>
                <a:ext uri="{FF2B5EF4-FFF2-40B4-BE49-F238E27FC236}">
                  <a16:creationId xmlns:a16="http://schemas.microsoft.com/office/drawing/2014/main" id="{C893E36F-B323-ED65-4417-7DAB676A7F97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5" name="Google Shape;296;p30">
              <a:extLst>
                <a:ext uri="{FF2B5EF4-FFF2-40B4-BE49-F238E27FC236}">
                  <a16:creationId xmlns:a16="http://schemas.microsoft.com/office/drawing/2014/main" id="{E81C4BD0-B342-48A1-2600-AE0A38CB7439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6" name="Google Shape;297;p30">
              <a:extLst>
                <a:ext uri="{FF2B5EF4-FFF2-40B4-BE49-F238E27FC236}">
                  <a16:creationId xmlns:a16="http://schemas.microsoft.com/office/drawing/2014/main" id="{74529EFA-CFDB-5206-6C4A-C6E2C887E3A3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47" name="ZoneTexte 23">
            <a:extLst>
              <a:ext uri="{FF2B5EF4-FFF2-40B4-BE49-F238E27FC236}">
                <a16:creationId xmlns:a16="http://schemas.microsoft.com/office/drawing/2014/main" id="{52D06398-1027-4BEF-8D8E-895E509C5121}"/>
              </a:ext>
            </a:extLst>
          </p:cNvPr>
          <p:cNvSpPr txBox="1"/>
          <p:nvPr/>
        </p:nvSpPr>
        <p:spPr>
          <a:xfrm>
            <a:off x="5868513" y="3274317"/>
            <a:ext cx="5642834" cy="2208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36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•	Building the model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36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•	Training the model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3600" kern="100" dirty="0">
                <a:solidFill>
                  <a:schemeClr val="bg1"/>
                </a:solidFill>
                <a:latin typeface="Sakkal Majalla" panose="02000000000000000000" pitchFamily="2" charset="-78"/>
                <a:ea typeface="Aptos"/>
                <a:cs typeface="Sakkal Majalla" panose="02000000000000000000" pitchFamily="2" charset="-78"/>
              </a:rPr>
              <a:t>•	Testing and evaluation</a:t>
            </a:r>
          </a:p>
        </p:txBody>
      </p:sp>
      <p:sp>
        <p:nvSpPr>
          <p:cNvPr id="57" name="Freeform 6">
            <a:extLst>
              <a:ext uri="{FF2B5EF4-FFF2-40B4-BE49-F238E27FC236}">
                <a16:creationId xmlns:a16="http://schemas.microsoft.com/office/drawing/2014/main" id="{235C16C0-F3EB-4B10-9D86-8CAA4B09F08F}"/>
              </a:ext>
            </a:extLst>
          </p:cNvPr>
          <p:cNvSpPr/>
          <p:nvPr/>
        </p:nvSpPr>
        <p:spPr>
          <a:xfrm flipH="1">
            <a:off x="1282162" y="1816211"/>
            <a:ext cx="45719" cy="497143"/>
          </a:xfrm>
          <a:custGeom>
            <a:avLst/>
            <a:gdLst/>
            <a:ahLst/>
            <a:cxnLst/>
            <a:rect l="l" t="t" r="r" b="b"/>
            <a:pathLst>
              <a:path w="13771067" h="5869917">
                <a:moveTo>
                  <a:pt x="0" y="0"/>
                </a:moveTo>
                <a:lnTo>
                  <a:pt x="13771068" y="0"/>
                </a:lnTo>
                <a:lnTo>
                  <a:pt x="13771068" y="5869917"/>
                </a:lnTo>
                <a:lnTo>
                  <a:pt x="0" y="5869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57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1AF44B-F5CB-EA66-712D-DEE486C94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559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525BF-821D-2E96-60FD-8A7E41087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64;p39">
            <a:extLst>
              <a:ext uri="{FF2B5EF4-FFF2-40B4-BE49-F238E27FC236}">
                <a16:creationId xmlns:a16="http://schemas.microsoft.com/office/drawing/2014/main" id="{B04DC49F-6973-78EF-C9BF-729AB3B0E393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1847" t="10080"/>
          <a:stretch/>
        </p:blipFill>
        <p:spPr>
          <a:xfrm>
            <a:off x="-2169459" y="-895900"/>
            <a:ext cx="10181091" cy="57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65;p39">
            <a:extLst>
              <a:ext uri="{FF2B5EF4-FFF2-40B4-BE49-F238E27FC236}">
                <a16:creationId xmlns:a16="http://schemas.microsoft.com/office/drawing/2014/main" id="{FA6CAE6C-7102-3CA5-1CE9-D14060064D01}"/>
              </a:ext>
            </a:extLst>
          </p:cNvPr>
          <p:cNvPicPr preferRelativeResize="0"/>
          <p:nvPr/>
        </p:nvPicPr>
        <p:blipFill rotWithShape="1">
          <a:blip r:embed="rId2">
            <a:alphaModFix amt="75000"/>
          </a:blip>
          <a:srcRect l="15261" t="6068"/>
          <a:stretch/>
        </p:blipFill>
        <p:spPr>
          <a:xfrm rot="-10799997">
            <a:off x="5538058" y="2467224"/>
            <a:ext cx="7541093" cy="525693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èle 3D 4">
                <a:extLst>
                  <a:ext uri="{FF2B5EF4-FFF2-40B4-BE49-F238E27FC236}">
                    <a16:creationId xmlns:a16="http://schemas.microsoft.com/office/drawing/2014/main" id="{80C71E2A-446E-74F9-0B55-5BCD6546059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347722" y="2016092"/>
              <a:ext cx="4783107" cy="326063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83107" cy="3260633"/>
                    </a:xfrm>
                    <a:prstGeom prst="rect">
                      <a:avLst/>
                    </a:prstGeom>
                  </am3d:spPr>
                  <am3d:camera>
                    <am3d:pos x="0" y="0" z="521116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38171" d="1000000"/>
                    <am3d:preTrans dx="-5226310" dy="18382049" dz="-1373137"/>
                    <am3d:scale>
                      <am3d:sx n="1000000" d="1000000"/>
                      <am3d:sy n="1000000" d="1000000"/>
                      <am3d:sz n="1000000" d="1000000"/>
                    </am3d:scale>
                    <am3d:rot ax="8988450" ay="3943343" az="912359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8597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èle 3D 4">
                <a:extLst>
                  <a:ext uri="{FF2B5EF4-FFF2-40B4-BE49-F238E27FC236}">
                    <a16:creationId xmlns:a16="http://schemas.microsoft.com/office/drawing/2014/main" id="{80C71E2A-446E-74F9-0B55-5BCD654605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347722" y="2016092"/>
                <a:ext cx="4783107" cy="3260633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oogle Shape;310;p30">
            <a:extLst>
              <a:ext uri="{FF2B5EF4-FFF2-40B4-BE49-F238E27FC236}">
                <a16:creationId xmlns:a16="http://schemas.microsoft.com/office/drawing/2014/main" id="{D93DAA91-99A6-48B0-DF70-A9913B076321}"/>
              </a:ext>
            </a:extLst>
          </p:cNvPr>
          <p:cNvGrpSpPr/>
          <p:nvPr/>
        </p:nvGrpSpPr>
        <p:grpSpPr>
          <a:xfrm rot="13362066">
            <a:off x="435595" y="5487537"/>
            <a:ext cx="1193573" cy="1110588"/>
            <a:chOff x="827351" y="3629733"/>
            <a:chExt cx="1431601" cy="1332065"/>
          </a:xfrm>
        </p:grpSpPr>
        <p:sp>
          <p:nvSpPr>
            <p:cNvPr id="24" name="Google Shape;311;p30">
              <a:extLst>
                <a:ext uri="{FF2B5EF4-FFF2-40B4-BE49-F238E27FC236}">
                  <a16:creationId xmlns:a16="http://schemas.microsoft.com/office/drawing/2014/main" id="{70458375-30E3-353C-C0B5-AD860E4F020D}"/>
                </a:ext>
              </a:extLst>
            </p:cNvPr>
            <p:cNvSpPr/>
            <p:nvPr/>
          </p:nvSpPr>
          <p:spPr>
            <a:xfrm>
              <a:off x="827351" y="3629733"/>
              <a:ext cx="778158" cy="1291382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" name="Google Shape;312;p30">
              <a:extLst>
                <a:ext uri="{FF2B5EF4-FFF2-40B4-BE49-F238E27FC236}">
                  <a16:creationId xmlns:a16="http://schemas.microsoft.com/office/drawing/2014/main" id="{EE93E041-C911-D50C-96A9-4AE012087333}"/>
                </a:ext>
              </a:extLst>
            </p:cNvPr>
            <p:cNvSpPr/>
            <p:nvPr/>
          </p:nvSpPr>
          <p:spPr>
            <a:xfrm>
              <a:off x="1180441" y="4291832"/>
              <a:ext cx="1078511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" name="Google Shape;313;p30">
              <a:extLst>
                <a:ext uri="{FF2B5EF4-FFF2-40B4-BE49-F238E27FC236}">
                  <a16:creationId xmlns:a16="http://schemas.microsoft.com/office/drawing/2014/main" id="{E11DA290-612B-7550-E0FC-5D333EFC76FC}"/>
                </a:ext>
              </a:extLst>
            </p:cNvPr>
            <p:cNvSpPr/>
            <p:nvPr/>
          </p:nvSpPr>
          <p:spPr>
            <a:xfrm>
              <a:off x="1251453" y="3629733"/>
              <a:ext cx="1007497" cy="702841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7" name="Google Shape;314;p30">
            <a:extLst>
              <a:ext uri="{FF2B5EF4-FFF2-40B4-BE49-F238E27FC236}">
                <a16:creationId xmlns:a16="http://schemas.microsoft.com/office/drawing/2014/main" id="{0ECB0C38-599C-1E18-EC93-C8CF7D5CF526}"/>
              </a:ext>
            </a:extLst>
          </p:cNvPr>
          <p:cNvGrpSpPr/>
          <p:nvPr/>
        </p:nvGrpSpPr>
        <p:grpSpPr>
          <a:xfrm rot="9966151">
            <a:off x="10928376" y="4905165"/>
            <a:ext cx="798643" cy="743116"/>
            <a:chOff x="827350" y="3629733"/>
            <a:chExt cx="1431600" cy="1332067"/>
          </a:xfrm>
        </p:grpSpPr>
        <p:sp>
          <p:nvSpPr>
            <p:cNvPr id="28" name="Google Shape;315;p30">
              <a:extLst>
                <a:ext uri="{FF2B5EF4-FFF2-40B4-BE49-F238E27FC236}">
                  <a16:creationId xmlns:a16="http://schemas.microsoft.com/office/drawing/2014/main" id="{E4506A97-B797-2B3B-43BF-7B07C5213B4C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" name="Google Shape;316;p30">
              <a:extLst>
                <a:ext uri="{FF2B5EF4-FFF2-40B4-BE49-F238E27FC236}">
                  <a16:creationId xmlns:a16="http://schemas.microsoft.com/office/drawing/2014/main" id="{D49D4079-5031-D33E-64DF-838FFEB9394B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0" name="Google Shape;317;p30">
              <a:extLst>
                <a:ext uri="{FF2B5EF4-FFF2-40B4-BE49-F238E27FC236}">
                  <a16:creationId xmlns:a16="http://schemas.microsoft.com/office/drawing/2014/main" id="{36F97BA4-3B92-DD59-24FF-40480327D069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1" name="Google Shape;318;p30">
            <a:extLst>
              <a:ext uri="{FF2B5EF4-FFF2-40B4-BE49-F238E27FC236}">
                <a16:creationId xmlns:a16="http://schemas.microsoft.com/office/drawing/2014/main" id="{460C37E5-E081-5F1C-3258-B7F0262BDBDD}"/>
              </a:ext>
            </a:extLst>
          </p:cNvPr>
          <p:cNvGrpSpPr/>
          <p:nvPr/>
        </p:nvGrpSpPr>
        <p:grpSpPr>
          <a:xfrm rot="6426879">
            <a:off x="689663" y="729946"/>
            <a:ext cx="619024" cy="575985"/>
            <a:chOff x="827350" y="3629733"/>
            <a:chExt cx="1431600" cy="1332067"/>
          </a:xfrm>
        </p:grpSpPr>
        <p:sp>
          <p:nvSpPr>
            <p:cNvPr id="32" name="Google Shape;319;p30">
              <a:extLst>
                <a:ext uri="{FF2B5EF4-FFF2-40B4-BE49-F238E27FC236}">
                  <a16:creationId xmlns:a16="http://schemas.microsoft.com/office/drawing/2014/main" id="{62A06E8F-C7E0-2FBC-5124-F83C371B721E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3" name="Google Shape;320;p30">
              <a:extLst>
                <a:ext uri="{FF2B5EF4-FFF2-40B4-BE49-F238E27FC236}">
                  <a16:creationId xmlns:a16="http://schemas.microsoft.com/office/drawing/2014/main" id="{2F373303-E9BD-53CC-9B82-5CDB0FFE31D7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4" name="Google Shape;321;p30">
              <a:extLst>
                <a:ext uri="{FF2B5EF4-FFF2-40B4-BE49-F238E27FC236}">
                  <a16:creationId xmlns:a16="http://schemas.microsoft.com/office/drawing/2014/main" id="{84AF2452-C18A-CD38-6B24-FA407EF79B6F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2" name="Ellipse 1">
            <a:extLst>
              <a:ext uri="{FF2B5EF4-FFF2-40B4-BE49-F238E27FC236}">
                <a16:creationId xmlns:a16="http://schemas.microsoft.com/office/drawing/2014/main" id="{8BDD3B21-E6AE-56D4-A458-496D84CF90B7}"/>
              </a:ext>
            </a:extLst>
          </p:cNvPr>
          <p:cNvSpPr/>
          <p:nvPr/>
        </p:nvSpPr>
        <p:spPr>
          <a:xfrm>
            <a:off x="3957796" y="1486407"/>
            <a:ext cx="4320000" cy="432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871653-7E18-C294-04F6-FF750629FCE9}"/>
              </a:ext>
            </a:extLst>
          </p:cNvPr>
          <p:cNvSpPr/>
          <p:nvPr/>
        </p:nvSpPr>
        <p:spPr>
          <a:xfrm>
            <a:off x="3224008" y="766407"/>
            <a:ext cx="5760000" cy="5760000"/>
          </a:xfrm>
          <a:prstGeom prst="ellipse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DEB055D-2B73-D026-4DE8-6EE0F6F52666}"/>
              </a:ext>
            </a:extLst>
          </p:cNvPr>
          <p:cNvSpPr/>
          <p:nvPr/>
        </p:nvSpPr>
        <p:spPr>
          <a:xfrm>
            <a:off x="1788161" y="-673593"/>
            <a:ext cx="8640000" cy="8640000"/>
          </a:xfrm>
          <a:prstGeom prst="ellipse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10649A3-7361-2875-E01D-97D97D78977B}"/>
              </a:ext>
            </a:extLst>
          </p:cNvPr>
          <p:cNvSpPr/>
          <p:nvPr/>
        </p:nvSpPr>
        <p:spPr>
          <a:xfrm>
            <a:off x="-624000" y="-3291000"/>
            <a:ext cx="13440000" cy="13440000"/>
          </a:xfrm>
          <a:prstGeom prst="ellipse">
            <a:avLst/>
          </a:prstGeom>
          <a:noFill/>
          <a:ln w="285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EF96F361-7420-01DD-7737-32BD76A02CC7}"/>
              </a:ext>
            </a:extLst>
          </p:cNvPr>
          <p:cNvSpPr/>
          <p:nvPr/>
        </p:nvSpPr>
        <p:spPr>
          <a:xfrm rot="8971692">
            <a:off x="4195624" y="1726407"/>
            <a:ext cx="3840000" cy="3840000"/>
          </a:xfrm>
          <a:prstGeom prst="ellipse">
            <a:avLst/>
          </a:prstGeom>
          <a:solidFill>
            <a:schemeClr val="tx2"/>
          </a:solidFill>
          <a:ln w="76200">
            <a:solidFill>
              <a:schemeClr val="accent1">
                <a:lumMod val="40000"/>
                <a:lumOff val="60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90C4FB3-D510-BD4A-2D29-436CC1FFB142}"/>
              </a:ext>
            </a:extLst>
          </p:cNvPr>
          <p:cNvSpPr/>
          <p:nvPr/>
        </p:nvSpPr>
        <p:spPr>
          <a:xfrm>
            <a:off x="4912655" y="2446407"/>
            <a:ext cx="2400000" cy="2400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fr-FR" sz="18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9F8828-69CF-DDD1-BB2A-54DF62211506}"/>
              </a:ext>
            </a:extLst>
          </p:cNvPr>
          <p:cNvSpPr txBox="1"/>
          <p:nvPr/>
        </p:nvSpPr>
        <p:spPr>
          <a:xfrm>
            <a:off x="4306860" y="3292464"/>
            <a:ext cx="4447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Arial Rounded MT Bold" panose="020F0704030504030204" pitchFamily="34" charset="0"/>
              </a:rPr>
              <a:t>Thank you all</a:t>
            </a:r>
          </a:p>
        </p:txBody>
      </p:sp>
    </p:spTree>
    <p:extLst>
      <p:ext uri="{BB962C8B-B14F-4D97-AF65-F5344CB8AC3E}">
        <p14:creationId xmlns:p14="http://schemas.microsoft.com/office/powerpoint/2010/main" val="2675608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yber-Futuristic AI Technology Thesis Defense by Slidesgo">
  <a:themeElements>
    <a:clrScheme name="Simple Light">
      <a:dk1>
        <a:srgbClr val="031126"/>
      </a:dk1>
      <a:lt1>
        <a:srgbClr val="FFFFFF"/>
      </a:lt1>
      <a:dk2>
        <a:srgbClr val="10355F"/>
      </a:dk2>
      <a:lt2>
        <a:srgbClr val="3B8794"/>
      </a:lt2>
      <a:accent1>
        <a:srgbClr val="51AFD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494</Words>
  <Application>Microsoft Office PowerPoint</Application>
  <PresentationFormat>Widescreen</PresentationFormat>
  <Paragraphs>81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Arial Rounded MT Bold</vt:lpstr>
      <vt:lpstr>Audiowide</vt:lpstr>
      <vt:lpstr>Calibri</vt:lpstr>
      <vt:lpstr>Courier New</vt:lpstr>
      <vt:lpstr>Karla</vt:lpstr>
      <vt:lpstr>Sakkal Majalla</vt:lpstr>
      <vt:lpstr>Symbol</vt:lpstr>
      <vt:lpstr>Cyber-Futuristic AI Technology Thesis Defense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Sana'a Al qaqa</cp:lastModifiedBy>
  <cp:revision>11</cp:revision>
  <dcterms:created xsi:type="dcterms:W3CDTF">2025-12-25T23:40:33Z</dcterms:created>
  <dcterms:modified xsi:type="dcterms:W3CDTF">2025-12-28T19:39:53Z</dcterms:modified>
</cp:coreProperties>
</file>